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97" r:id="rId6"/>
    <p:sldId id="275" r:id="rId7"/>
    <p:sldId id="260" r:id="rId8"/>
    <p:sldId id="298" r:id="rId9"/>
    <p:sldId id="299" r:id="rId10"/>
    <p:sldId id="261" r:id="rId11"/>
  </p:sldIdLst>
  <p:sldSz cx="9144000" cy="5143500" type="screen16x9"/>
  <p:notesSz cx="6858000" cy="9144000"/>
  <p:embeddedFontLst>
    <p:embeddedFont>
      <p:font typeface="Advent Pro SemiBold" panose="020B0604020202020204" charset="0"/>
      <p:regular r:id="rId13"/>
      <p:bold r:id="rId14"/>
      <p:italic r:id="rId15"/>
      <p:boldItalic r:id="rId16"/>
    </p:embeddedFont>
    <p:embeddedFont>
      <p:font typeface="Fira Sans Condensed Medium" panose="020B0603050000020004" pitchFamily="34" charset="0"/>
      <p:regular r:id="rId17"/>
      <p:bold r:id="rId18"/>
      <p:italic r:id="rId19"/>
      <p:boldItalic r:id="rId20"/>
    </p:embeddedFont>
    <p:embeddedFont>
      <p:font typeface="Fira Sans Extra Condensed Medium" panose="020B0604020202020204" charset="0"/>
      <p:regular r:id="rId21"/>
      <p:bold r:id="rId22"/>
      <p:italic r:id="rId23"/>
      <p:boldItalic r:id="rId24"/>
    </p:embeddedFont>
    <p:embeddedFont>
      <p:font typeface="Livvic Light" pitchFamily="2" charset="0"/>
      <p:regular r:id="rId25"/>
      <p:italic r:id="rId26"/>
    </p:embeddedFont>
    <p:embeddedFont>
      <p:font typeface="Maven Pro" panose="020B0604020202020204" charset="0"/>
      <p:regular r:id="rId27"/>
      <p:bold r:id="rId28"/>
    </p:embeddedFont>
    <p:embeddedFont>
      <p:font typeface="Maven Pro SemiBold" panose="020B0604020202020204" charset="0"/>
      <p:regular r:id="rId29"/>
      <p:bold r:id="rId30"/>
    </p:embeddedFont>
    <p:embeddedFont>
      <p:font typeface="Nunito Light" pitchFamily="2" charset="0"/>
      <p:regular r:id="rId31"/>
      <p:italic r:id="rId32"/>
    </p:embeddedFont>
    <p:embeddedFont>
      <p:font typeface="Share Tech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țiune implicită" id="{36257624-8D75-48FE-9E2D-A91EF58BF7B3}">
          <p14:sldIdLst>
            <p14:sldId id="256"/>
            <p14:sldId id="257"/>
            <p14:sldId id="263"/>
            <p14:sldId id="258"/>
            <p14:sldId id="297"/>
            <p14:sldId id="275"/>
            <p14:sldId id="260"/>
            <p14:sldId id="298"/>
            <p14:sldId id="29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2934D2-8F19-4909-8477-66E0DE3C3D1D}">
  <a:tblStyle styleId="{CF2934D2-8F19-4909-8477-66E0DE3C3D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6c60e245bf_1_31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6c60e245bf_1_31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6c52a2e8d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6c52a2e8d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6c4305b0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6c4305b0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6c4305b01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6c4305b01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1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ctrTitle" idx="2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3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>
            <a:spLocks noGrp="1"/>
          </p:cNvSpPr>
          <p:nvPr>
            <p:ph type="subTitle" idx="1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85750" y="454265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39150" y="48034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2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3" hasCustomPrompt="1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>
            <a:spLocks noGrp="1"/>
          </p:cNvSpPr>
          <p:nvPr>
            <p:ph type="ctrTitle" idx="4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5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6" hasCustomPrompt="1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ctrTitle" idx="8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9" hasCustomPrompt="1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ctrTitle" idx="13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 txBox="1">
            <a:spLocks noGrp="1"/>
          </p:cNvSpPr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ubTitle" idx="1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ctrTitle" idx="2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subTitle" idx="3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ctrTitle" idx="4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subTitle" idx="5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ctrTitle" idx="6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subTitle" idx="7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ctrTitle" idx="8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16650" y="461267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4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9" r:id="rId6"/>
    <p:sldLayoutId id="2147483663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subTitle" idx="1"/>
          </p:nvPr>
        </p:nvSpPr>
        <p:spPr>
          <a:xfrm>
            <a:off x="2971717" y="2873177"/>
            <a:ext cx="3325663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6" name="Google Shape;436;p25"/>
          <p:cNvSpPr txBox="1">
            <a:spLocks noGrp="1"/>
          </p:cNvSpPr>
          <p:nvPr>
            <p:ph type="ctrTitle"/>
          </p:nvPr>
        </p:nvSpPr>
        <p:spPr>
          <a:xfrm>
            <a:off x="1349558" y="692064"/>
            <a:ext cx="6444866" cy="21860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Metropolitan Museum of Modern Art using </a:t>
            </a:r>
            <a:r>
              <a:rPr lang="en" sz="4000" dirty="0">
                <a:solidFill>
                  <a:schemeClr val="accent2"/>
                </a:solidFill>
              </a:rPr>
              <a:t>Bluetooth Classic</a:t>
            </a:r>
            <a:endParaRPr sz="4000" dirty="0"/>
          </a:p>
        </p:txBody>
      </p:sp>
      <p:sp>
        <p:nvSpPr>
          <p:cNvPr id="437" name="Google Shape;437;p25"/>
          <p:cNvSpPr/>
          <p:nvPr/>
        </p:nvSpPr>
        <p:spPr>
          <a:xfrm>
            <a:off x="1917281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7047944" y="3537816"/>
            <a:ext cx="57834" cy="57834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230788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6293004" y="835609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2924242" y="4302208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25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44" name="Google Shape;444;p25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7" name="Google Shape;447;p25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25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50" name="Google Shape;450;p25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3" name="Google Shape;453;p25"/>
          <p:cNvSpPr/>
          <p:nvPr/>
        </p:nvSpPr>
        <p:spPr>
          <a:xfrm>
            <a:off x="2355692" y="3696328"/>
            <a:ext cx="8464" cy="2519663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7446601" y="3454956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5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6" name="Google Shape;456;p25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25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9" name="Google Shape;459;p2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78669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Iata un sumar al modului in care functioneaza acest proiect: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600" dirty="0"/>
          </a:p>
          <a:p>
            <a:pPr indent="-304800">
              <a:buSzPts val="1200"/>
              <a:buFont typeface="Maven Pro"/>
              <a:buAutoNum type="arabicPeriod"/>
            </a:pPr>
            <a:r>
              <a:rPr lang="en" sz="1600" dirty="0"/>
              <a:t>Placuta ESP32 genereaza un semnal </a:t>
            </a:r>
            <a:r>
              <a:rPr lang="en" sz="1600" dirty="0">
                <a:solidFill>
                  <a:schemeClr val="accent2"/>
                </a:solidFill>
                <a:uFill>
                  <a:noFill/>
                </a:uFill>
                <a:latin typeface="Maven Pro SemiBold"/>
                <a:ea typeface="Maven Pro SemiBold"/>
                <a:cs typeface="Maven Pro SemiBold"/>
                <a:sym typeface="Maven Pro SemiBold"/>
              </a:rPr>
              <a:t>Bluetooth Classic </a:t>
            </a:r>
            <a:r>
              <a:rPr lang="en" sz="1600" dirty="0"/>
              <a:t>la care se conecteaza un device mobil. 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ven Pro"/>
              <a:buAutoNum type="arabicPeriod"/>
            </a:pPr>
            <a:endParaRPr sz="1600" dirty="0">
              <a:solidFill>
                <a:schemeClr val="accent2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ven Pro"/>
              <a:buAutoNum type="arabicPeriod"/>
            </a:pPr>
            <a:r>
              <a:rPr lang="en" sz="1600" dirty="0"/>
              <a:t>Placuta se conecteaza apoi la internet prin intermediul unei </a:t>
            </a:r>
            <a:r>
              <a:rPr lang="en" sz="1600" dirty="0">
                <a:solidFill>
                  <a:schemeClr val="accent2"/>
                </a:solidFill>
                <a:uFill>
                  <a:noFill/>
                </a:uFill>
                <a:latin typeface="Maven Pro SemiBold"/>
                <a:ea typeface="Maven Pro SemiBold"/>
                <a:cs typeface="Maven Pro SemiBold"/>
                <a:sym typeface="Maven Pro SemiBold"/>
              </a:rPr>
              <a:t>retele Wi-fi </a:t>
            </a:r>
            <a:r>
              <a:rPr lang="en" sz="1600" dirty="0">
                <a:uFill>
                  <a:noFill/>
                </a:uFill>
                <a:latin typeface="Maven Pro SemiBold"/>
                <a:ea typeface="Maven Pro SemiBold"/>
                <a:cs typeface="Maven Pro SemiBold"/>
                <a:sym typeface="Maven Pro SemiBold"/>
              </a:rPr>
              <a:t>(in acest caz vom folosi hotspot generat de device-ul mobil).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ven Pro"/>
              <a:buAutoNum type="arabicPeriod"/>
            </a:pPr>
            <a:endParaRPr sz="1600" dirty="0"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ven Pro"/>
              <a:buAutoNum type="arabicPeriod"/>
            </a:pPr>
            <a:r>
              <a:rPr lang="en" sz="1600" dirty="0"/>
              <a:t>Dupa conectarea la Wi-fi, pe device-ul mobil se va afisa o lista cu piese ale Muzeului Metropolitan de Arta Moderna.</a:t>
            </a:r>
            <a:r>
              <a:rPr lang="en" sz="1600" dirty="0">
                <a:solidFill>
                  <a:schemeClr val="accent2"/>
                </a:solidFill>
                <a:uFill>
                  <a:noFill/>
                </a:uFill>
                <a:latin typeface="Maven Pro SemiBold"/>
                <a:ea typeface="Maven Pro SemiBold"/>
                <a:cs typeface="Maven Pro SemiBold"/>
                <a:sym typeface="Maven Pro SemiBold"/>
              </a:rPr>
              <a:t> 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ven Pro"/>
              <a:buAutoNum type="arabicPeriod"/>
            </a:pPr>
            <a:endParaRPr lang="en" sz="1600" dirty="0">
              <a:solidFill>
                <a:schemeClr val="accent2"/>
              </a:solidFill>
              <a:uFill>
                <a:noFill/>
              </a:u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ven Pro"/>
              <a:buAutoNum type="arabicPeriod"/>
            </a:pPr>
            <a:r>
              <a:rPr lang="en" sz="1600" dirty="0">
                <a:uFill>
                  <a:noFill/>
                </a:uFill>
                <a:latin typeface="Maven Pro SemiBold"/>
                <a:ea typeface="Maven Pro SemiBold"/>
                <a:cs typeface="Maven Pro SemiBold"/>
                <a:sym typeface="Maven Pro SemiBold"/>
                <a:hlinkClick r:id="" action="ppaction://noaction"/>
              </a:rPr>
              <a:t>Prin accesarea butonului “Details” pentru oricare dintre obiectele din lista, se vor afisa mai multe detalii despre piesa respectiva.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467" name="Google Shape;467;p26"/>
          <p:cNvSpPr txBox="1">
            <a:spLocks noGrp="1"/>
          </p:cNvSpPr>
          <p:nvPr>
            <p:ph type="ctrTitle"/>
          </p:nvPr>
        </p:nvSpPr>
        <p:spPr>
          <a:xfrm>
            <a:off x="388620" y="411675"/>
            <a:ext cx="495790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Share Tech" panose="020B0604020202020204" charset="0"/>
              </a:rPr>
              <a:t>Descrierea</a:t>
            </a:r>
            <a:r>
              <a:rPr lang="en-US" dirty="0">
                <a:latin typeface="Share Tech" panose="020B0604020202020204" charset="0"/>
              </a:rPr>
              <a:t> </a:t>
            </a:r>
            <a:r>
              <a:rPr lang="en-US" dirty="0" err="1">
                <a:latin typeface="Share Tech" panose="020B0604020202020204" charset="0"/>
              </a:rPr>
              <a:t>proiectului</a:t>
            </a:r>
            <a:r>
              <a:rPr lang="en-US" dirty="0">
                <a:latin typeface="Share Tech" panose="020B0604020202020204" charset="0"/>
              </a:rPr>
              <a:t>:</a:t>
            </a:r>
            <a:endParaRPr dirty="0">
              <a:latin typeface="Share Tech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1195218" y="2376725"/>
            <a:ext cx="4294138" cy="8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Explicarea Codului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01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70476" y="3827349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"/>
          <p:cNvSpPr txBox="1">
            <a:spLocks noGrp="1"/>
          </p:cNvSpPr>
          <p:nvPr>
            <p:ph type="subTitle" idx="2"/>
          </p:nvPr>
        </p:nvSpPr>
        <p:spPr>
          <a:xfrm>
            <a:off x="723902" y="2887464"/>
            <a:ext cx="6648495" cy="1498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Maven Pro" panose="020B0604020202020204" charset="0"/>
                <a:cs typeface="Times New Roman" panose="02020603050405020304" pitchFamily="18" charset="0"/>
              </a:rPr>
              <a:t>Aici sunt incluse bibliotecile necesare pentru funcționalitățile de bază ale </a:t>
            </a:r>
            <a:r>
              <a:rPr lang="ro-RO" sz="1800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Maven Pro" panose="020B0604020202020204" charset="0"/>
                <a:cs typeface="Times New Roman" panose="02020603050405020304" pitchFamily="18" charset="0"/>
              </a:rPr>
              <a:t>Arduino</a:t>
            </a:r>
            <a:r>
              <a:rPr lang="ro-RO" sz="1800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Maven Pro" panose="020B0604020202020204" charset="0"/>
                <a:cs typeface="Times New Roman" panose="02020603050405020304" pitchFamily="18" charset="0"/>
              </a:rPr>
              <a:t>, Bluetooth, JSON, </a:t>
            </a:r>
            <a:r>
              <a:rPr lang="ro-RO" sz="1800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Maven Pro" panose="020B0604020202020204" charset="0"/>
                <a:cs typeface="Times New Roman" panose="02020603050405020304" pitchFamily="18" charset="0"/>
              </a:rPr>
              <a:t>WiFi</a:t>
            </a:r>
            <a:r>
              <a:rPr lang="ro-RO" sz="1800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Maven Pro" panose="020B0604020202020204" charset="0"/>
                <a:cs typeface="Times New Roman" panose="02020603050405020304" pitchFamily="18" charset="0"/>
              </a:rPr>
              <a:t> și HTTP.</a:t>
            </a:r>
            <a:r>
              <a:rPr lang="ro-RO" sz="1800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ECECEC"/>
              </a:solidFill>
              <a:highlight>
                <a:srgbClr val="21212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Maven Pro" panose="020B0604020202020204" charset="0"/>
                <a:cs typeface="Times New Roman" panose="02020603050405020304" pitchFamily="18" charset="0"/>
              </a:rPr>
              <a:t>URL1 este un șir de caractere ce stochează adresa URL către care se vor face cereri HTTP.</a:t>
            </a:r>
            <a:endParaRPr sz="1800" dirty="0">
              <a:latin typeface="Maven Pr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80" name="Google Shape;480;p27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Importurile si Definirea URL-ului:</a:t>
            </a:r>
            <a:endParaRPr sz="2400" dirty="0"/>
          </a:p>
        </p:txBody>
      </p:sp>
      <p:sp>
        <p:nvSpPr>
          <p:cNvPr id="489" name="Google Shape;489;p27"/>
          <p:cNvSpPr/>
          <p:nvPr/>
        </p:nvSpPr>
        <p:spPr>
          <a:xfrm>
            <a:off x="8041601" y="1449609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1346749" y="1669267"/>
            <a:ext cx="577195" cy="577814"/>
          </a:xfrm>
          <a:custGeom>
            <a:avLst/>
            <a:gdLst/>
            <a:ahLst/>
            <a:cxnLst/>
            <a:rect l="l" t="t" r="r" b="b"/>
            <a:pathLst>
              <a:path w="11193" h="11205" extrusionOk="0">
                <a:moveTo>
                  <a:pt x="3763" y="358"/>
                </a:moveTo>
                <a:cubicBezTo>
                  <a:pt x="4096" y="358"/>
                  <a:pt x="4346" y="632"/>
                  <a:pt x="4346" y="941"/>
                </a:cubicBezTo>
                <a:cubicBezTo>
                  <a:pt x="4346" y="1144"/>
                  <a:pt x="4239" y="1346"/>
                  <a:pt x="4061" y="1441"/>
                </a:cubicBezTo>
                <a:cubicBezTo>
                  <a:pt x="4013" y="1477"/>
                  <a:pt x="3977" y="1536"/>
                  <a:pt x="3977" y="1596"/>
                </a:cubicBezTo>
                <a:lnTo>
                  <a:pt x="3977" y="2001"/>
                </a:lnTo>
                <a:cubicBezTo>
                  <a:pt x="3977" y="2096"/>
                  <a:pt x="4049" y="2179"/>
                  <a:pt x="4156" y="2179"/>
                </a:cubicBezTo>
                <a:lnTo>
                  <a:pt x="5394" y="2179"/>
                </a:lnTo>
                <a:lnTo>
                  <a:pt x="5394" y="3406"/>
                </a:lnTo>
                <a:cubicBezTo>
                  <a:pt x="5394" y="3513"/>
                  <a:pt x="5466" y="3584"/>
                  <a:pt x="5573" y="3584"/>
                </a:cubicBezTo>
                <a:lnTo>
                  <a:pt x="5966" y="3584"/>
                </a:lnTo>
                <a:cubicBezTo>
                  <a:pt x="6025" y="3584"/>
                  <a:pt x="6085" y="3561"/>
                  <a:pt x="6120" y="3501"/>
                </a:cubicBezTo>
                <a:cubicBezTo>
                  <a:pt x="6228" y="3322"/>
                  <a:pt x="6418" y="3215"/>
                  <a:pt x="6620" y="3215"/>
                </a:cubicBezTo>
                <a:cubicBezTo>
                  <a:pt x="6954" y="3215"/>
                  <a:pt x="7204" y="3489"/>
                  <a:pt x="7204" y="3799"/>
                </a:cubicBezTo>
                <a:cubicBezTo>
                  <a:pt x="7204" y="4120"/>
                  <a:pt x="6942" y="4382"/>
                  <a:pt x="6620" y="4382"/>
                </a:cubicBezTo>
                <a:cubicBezTo>
                  <a:pt x="6418" y="4382"/>
                  <a:pt x="6228" y="4275"/>
                  <a:pt x="6120" y="4096"/>
                </a:cubicBezTo>
                <a:cubicBezTo>
                  <a:pt x="6085" y="4037"/>
                  <a:pt x="6025" y="4001"/>
                  <a:pt x="5966" y="4001"/>
                </a:cubicBezTo>
                <a:lnTo>
                  <a:pt x="5573" y="4001"/>
                </a:lnTo>
                <a:cubicBezTo>
                  <a:pt x="5466" y="4001"/>
                  <a:pt x="5394" y="4084"/>
                  <a:pt x="5394" y="4180"/>
                </a:cubicBezTo>
                <a:lnTo>
                  <a:pt x="5394" y="5418"/>
                </a:lnTo>
                <a:lnTo>
                  <a:pt x="4334" y="5418"/>
                </a:lnTo>
                <a:lnTo>
                  <a:pt x="4334" y="5299"/>
                </a:lnTo>
                <a:cubicBezTo>
                  <a:pt x="4573" y="5120"/>
                  <a:pt x="4704" y="4834"/>
                  <a:pt x="4704" y="4561"/>
                </a:cubicBezTo>
                <a:cubicBezTo>
                  <a:pt x="4704" y="4037"/>
                  <a:pt x="4287" y="3620"/>
                  <a:pt x="3775" y="3620"/>
                </a:cubicBezTo>
                <a:cubicBezTo>
                  <a:pt x="3251" y="3620"/>
                  <a:pt x="2834" y="4037"/>
                  <a:pt x="2834" y="4561"/>
                </a:cubicBezTo>
                <a:cubicBezTo>
                  <a:pt x="2834" y="4858"/>
                  <a:pt x="2965" y="5132"/>
                  <a:pt x="3203" y="5299"/>
                </a:cubicBezTo>
                <a:lnTo>
                  <a:pt x="3203" y="5430"/>
                </a:lnTo>
                <a:lnTo>
                  <a:pt x="2144" y="5430"/>
                </a:lnTo>
                <a:lnTo>
                  <a:pt x="2144" y="2179"/>
                </a:lnTo>
                <a:lnTo>
                  <a:pt x="3382" y="2179"/>
                </a:lnTo>
                <a:cubicBezTo>
                  <a:pt x="3489" y="2179"/>
                  <a:pt x="3561" y="2096"/>
                  <a:pt x="3561" y="2001"/>
                </a:cubicBezTo>
                <a:lnTo>
                  <a:pt x="3561" y="1596"/>
                </a:lnTo>
                <a:cubicBezTo>
                  <a:pt x="3561" y="1536"/>
                  <a:pt x="3537" y="1477"/>
                  <a:pt x="3465" y="1441"/>
                </a:cubicBezTo>
                <a:cubicBezTo>
                  <a:pt x="3299" y="1346"/>
                  <a:pt x="3191" y="1144"/>
                  <a:pt x="3191" y="941"/>
                </a:cubicBezTo>
                <a:cubicBezTo>
                  <a:pt x="3191" y="608"/>
                  <a:pt x="3453" y="358"/>
                  <a:pt x="3763" y="358"/>
                </a:cubicBezTo>
                <a:close/>
                <a:moveTo>
                  <a:pt x="9014" y="5811"/>
                </a:moveTo>
                <a:lnTo>
                  <a:pt x="9014" y="7799"/>
                </a:lnTo>
                <a:lnTo>
                  <a:pt x="9014" y="8025"/>
                </a:lnTo>
                <a:lnTo>
                  <a:pt x="9014" y="9049"/>
                </a:lnTo>
                <a:lnTo>
                  <a:pt x="7775" y="9049"/>
                </a:lnTo>
                <a:cubicBezTo>
                  <a:pt x="7668" y="9049"/>
                  <a:pt x="7597" y="9121"/>
                  <a:pt x="7597" y="9228"/>
                </a:cubicBezTo>
                <a:lnTo>
                  <a:pt x="7597" y="9633"/>
                </a:lnTo>
                <a:cubicBezTo>
                  <a:pt x="7597" y="9692"/>
                  <a:pt x="7621" y="9752"/>
                  <a:pt x="7680" y="9776"/>
                </a:cubicBezTo>
                <a:cubicBezTo>
                  <a:pt x="7859" y="9883"/>
                  <a:pt x="7966" y="10073"/>
                  <a:pt x="7966" y="10288"/>
                </a:cubicBezTo>
                <a:cubicBezTo>
                  <a:pt x="7966" y="10609"/>
                  <a:pt x="7704" y="10871"/>
                  <a:pt x="7382" y="10871"/>
                </a:cubicBezTo>
                <a:cubicBezTo>
                  <a:pt x="7061" y="10871"/>
                  <a:pt x="6811" y="10597"/>
                  <a:pt x="6811" y="10288"/>
                </a:cubicBezTo>
                <a:cubicBezTo>
                  <a:pt x="6811" y="10073"/>
                  <a:pt x="6906" y="9883"/>
                  <a:pt x="7085" y="9776"/>
                </a:cubicBezTo>
                <a:cubicBezTo>
                  <a:pt x="7144" y="9752"/>
                  <a:pt x="7180" y="9692"/>
                  <a:pt x="7180" y="9633"/>
                </a:cubicBezTo>
                <a:lnTo>
                  <a:pt x="7180" y="9228"/>
                </a:lnTo>
                <a:cubicBezTo>
                  <a:pt x="7180" y="9121"/>
                  <a:pt x="7109" y="9049"/>
                  <a:pt x="7001" y="9049"/>
                </a:cubicBezTo>
                <a:lnTo>
                  <a:pt x="5763" y="9049"/>
                </a:lnTo>
                <a:lnTo>
                  <a:pt x="5763" y="7811"/>
                </a:lnTo>
                <a:cubicBezTo>
                  <a:pt x="5763" y="7716"/>
                  <a:pt x="5692" y="7632"/>
                  <a:pt x="5585" y="7632"/>
                </a:cubicBezTo>
                <a:lnTo>
                  <a:pt x="5180" y="7632"/>
                </a:lnTo>
                <a:cubicBezTo>
                  <a:pt x="5120" y="7632"/>
                  <a:pt x="5061" y="7668"/>
                  <a:pt x="5037" y="7728"/>
                </a:cubicBezTo>
                <a:cubicBezTo>
                  <a:pt x="4930" y="7906"/>
                  <a:pt x="4739" y="8013"/>
                  <a:pt x="4525" y="8013"/>
                </a:cubicBezTo>
                <a:cubicBezTo>
                  <a:pt x="4203" y="8013"/>
                  <a:pt x="3953" y="7740"/>
                  <a:pt x="3953" y="7430"/>
                </a:cubicBezTo>
                <a:cubicBezTo>
                  <a:pt x="3953" y="7120"/>
                  <a:pt x="4215" y="6847"/>
                  <a:pt x="4525" y="6847"/>
                </a:cubicBezTo>
                <a:cubicBezTo>
                  <a:pt x="4739" y="6847"/>
                  <a:pt x="4930" y="6954"/>
                  <a:pt x="5037" y="7132"/>
                </a:cubicBezTo>
                <a:cubicBezTo>
                  <a:pt x="5061" y="7192"/>
                  <a:pt x="5120" y="7216"/>
                  <a:pt x="5180" y="7216"/>
                </a:cubicBezTo>
                <a:lnTo>
                  <a:pt x="5585" y="7216"/>
                </a:lnTo>
                <a:cubicBezTo>
                  <a:pt x="5692" y="7216"/>
                  <a:pt x="5763" y="7144"/>
                  <a:pt x="5763" y="7037"/>
                </a:cubicBezTo>
                <a:lnTo>
                  <a:pt x="5763" y="5811"/>
                </a:lnTo>
                <a:lnTo>
                  <a:pt x="6823" y="5811"/>
                </a:lnTo>
                <a:lnTo>
                  <a:pt x="6823" y="5942"/>
                </a:lnTo>
                <a:cubicBezTo>
                  <a:pt x="6585" y="6120"/>
                  <a:pt x="6454" y="6406"/>
                  <a:pt x="6454" y="6680"/>
                </a:cubicBezTo>
                <a:cubicBezTo>
                  <a:pt x="6454" y="7204"/>
                  <a:pt x="6870" y="7621"/>
                  <a:pt x="7382" y="7621"/>
                </a:cubicBezTo>
                <a:cubicBezTo>
                  <a:pt x="7906" y="7621"/>
                  <a:pt x="8323" y="7204"/>
                  <a:pt x="8323" y="6680"/>
                </a:cubicBezTo>
                <a:cubicBezTo>
                  <a:pt x="8323" y="6382"/>
                  <a:pt x="8192" y="6108"/>
                  <a:pt x="7954" y="5942"/>
                </a:cubicBezTo>
                <a:lnTo>
                  <a:pt x="7954" y="5811"/>
                </a:lnTo>
                <a:close/>
                <a:moveTo>
                  <a:pt x="3799" y="1"/>
                </a:moveTo>
                <a:cubicBezTo>
                  <a:pt x="3275" y="1"/>
                  <a:pt x="2858" y="417"/>
                  <a:pt x="2858" y="941"/>
                </a:cubicBezTo>
                <a:cubicBezTo>
                  <a:pt x="2858" y="1239"/>
                  <a:pt x="3001" y="1525"/>
                  <a:pt x="3239" y="1679"/>
                </a:cubicBezTo>
                <a:lnTo>
                  <a:pt x="3239" y="1822"/>
                </a:lnTo>
                <a:lnTo>
                  <a:pt x="2001" y="1822"/>
                </a:lnTo>
                <a:cubicBezTo>
                  <a:pt x="1894" y="1822"/>
                  <a:pt x="1822" y="1894"/>
                  <a:pt x="1822" y="2001"/>
                </a:cubicBezTo>
                <a:lnTo>
                  <a:pt x="1822" y="5608"/>
                </a:lnTo>
                <a:lnTo>
                  <a:pt x="1822" y="6847"/>
                </a:lnTo>
                <a:lnTo>
                  <a:pt x="1691" y="6847"/>
                </a:lnTo>
                <a:cubicBezTo>
                  <a:pt x="1513" y="6609"/>
                  <a:pt x="1227" y="6478"/>
                  <a:pt x="941" y="6478"/>
                </a:cubicBezTo>
                <a:cubicBezTo>
                  <a:pt x="417" y="6478"/>
                  <a:pt x="1" y="6894"/>
                  <a:pt x="1" y="7406"/>
                </a:cubicBezTo>
                <a:cubicBezTo>
                  <a:pt x="1" y="7930"/>
                  <a:pt x="417" y="8347"/>
                  <a:pt x="941" y="8347"/>
                </a:cubicBezTo>
                <a:cubicBezTo>
                  <a:pt x="1239" y="8347"/>
                  <a:pt x="1525" y="8216"/>
                  <a:pt x="1691" y="7978"/>
                </a:cubicBezTo>
                <a:lnTo>
                  <a:pt x="1822" y="7978"/>
                </a:lnTo>
                <a:lnTo>
                  <a:pt x="1822" y="9216"/>
                </a:lnTo>
                <a:cubicBezTo>
                  <a:pt x="1822" y="9311"/>
                  <a:pt x="1894" y="9395"/>
                  <a:pt x="2001" y="9395"/>
                </a:cubicBezTo>
                <a:lnTo>
                  <a:pt x="2620" y="9395"/>
                </a:lnTo>
                <a:cubicBezTo>
                  <a:pt x="2727" y="9395"/>
                  <a:pt x="2799" y="9311"/>
                  <a:pt x="2799" y="9216"/>
                </a:cubicBezTo>
                <a:cubicBezTo>
                  <a:pt x="2799" y="9109"/>
                  <a:pt x="2727" y="9037"/>
                  <a:pt x="2620" y="9037"/>
                </a:cubicBezTo>
                <a:lnTo>
                  <a:pt x="2179" y="9037"/>
                </a:lnTo>
                <a:lnTo>
                  <a:pt x="2179" y="7799"/>
                </a:lnTo>
                <a:cubicBezTo>
                  <a:pt x="2179" y="7692"/>
                  <a:pt x="2108" y="7621"/>
                  <a:pt x="2001" y="7621"/>
                </a:cubicBezTo>
                <a:lnTo>
                  <a:pt x="1596" y="7621"/>
                </a:lnTo>
                <a:cubicBezTo>
                  <a:pt x="1536" y="7621"/>
                  <a:pt x="1477" y="7644"/>
                  <a:pt x="1453" y="7704"/>
                </a:cubicBezTo>
                <a:cubicBezTo>
                  <a:pt x="1346" y="7882"/>
                  <a:pt x="1155" y="7990"/>
                  <a:pt x="941" y="7990"/>
                </a:cubicBezTo>
                <a:cubicBezTo>
                  <a:pt x="620" y="7990"/>
                  <a:pt x="358" y="7728"/>
                  <a:pt x="358" y="7406"/>
                </a:cubicBezTo>
                <a:cubicBezTo>
                  <a:pt x="358" y="7085"/>
                  <a:pt x="632" y="6835"/>
                  <a:pt x="941" y="6835"/>
                </a:cubicBezTo>
                <a:cubicBezTo>
                  <a:pt x="1155" y="6835"/>
                  <a:pt x="1346" y="6930"/>
                  <a:pt x="1453" y="7109"/>
                </a:cubicBezTo>
                <a:cubicBezTo>
                  <a:pt x="1477" y="7168"/>
                  <a:pt x="1536" y="7204"/>
                  <a:pt x="1596" y="7204"/>
                </a:cubicBezTo>
                <a:lnTo>
                  <a:pt x="2001" y="7204"/>
                </a:lnTo>
                <a:cubicBezTo>
                  <a:pt x="2108" y="7204"/>
                  <a:pt x="2179" y="7132"/>
                  <a:pt x="2179" y="7025"/>
                </a:cubicBezTo>
                <a:lnTo>
                  <a:pt x="2179" y="5787"/>
                </a:lnTo>
                <a:lnTo>
                  <a:pt x="3418" y="5787"/>
                </a:lnTo>
                <a:cubicBezTo>
                  <a:pt x="3513" y="5787"/>
                  <a:pt x="3596" y="5716"/>
                  <a:pt x="3596" y="5608"/>
                </a:cubicBezTo>
                <a:lnTo>
                  <a:pt x="3596" y="5204"/>
                </a:lnTo>
                <a:cubicBezTo>
                  <a:pt x="3596" y="5144"/>
                  <a:pt x="3561" y="5085"/>
                  <a:pt x="3501" y="5061"/>
                </a:cubicBezTo>
                <a:cubicBezTo>
                  <a:pt x="3322" y="4954"/>
                  <a:pt x="3215" y="4763"/>
                  <a:pt x="3215" y="4549"/>
                </a:cubicBezTo>
                <a:cubicBezTo>
                  <a:pt x="3215" y="4227"/>
                  <a:pt x="3489" y="3977"/>
                  <a:pt x="3799" y="3977"/>
                </a:cubicBezTo>
                <a:cubicBezTo>
                  <a:pt x="4132" y="3977"/>
                  <a:pt x="4382" y="4239"/>
                  <a:pt x="4382" y="4549"/>
                </a:cubicBezTo>
                <a:cubicBezTo>
                  <a:pt x="4382" y="4763"/>
                  <a:pt x="4275" y="4954"/>
                  <a:pt x="4096" y="5061"/>
                </a:cubicBezTo>
                <a:cubicBezTo>
                  <a:pt x="4037" y="5085"/>
                  <a:pt x="4013" y="5144"/>
                  <a:pt x="4013" y="5204"/>
                </a:cubicBezTo>
                <a:lnTo>
                  <a:pt x="4013" y="5608"/>
                </a:lnTo>
                <a:cubicBezTo>
                  <a:pt x="4013" y="5716"/>
                  <a:pt x="4084" y="5787"/>
                  <a:pt x="4192" y="5787"/>
                </a:cubicBezTo>
                <a:lnTo>
                  <a:pt x="5418" y="5787"/>
                </a:lnTo>
                <a:lnTo>
                  <a:pt x="5418" y="6847"/>
                </a:lnTo>
                <a:lnTo>
                  <a:pt x="5287" y="6847"/>
                </a:lnTo>
                <a:cubicBezTo>
                  <a:pt x="5108" y="6609"/>
                  <a:pt x="4823" y="6478"/>
                  <a:pt x="4549" y="6478"/>
                </a:cubicBezTo>
                <a:cubicBezTo>
                  <a:pt x="4025" y="6478"/>
                  <a:pt x="3608" y="6894"/>
                  <a:pt x="3608" y="7406"/>
                </a:cubicBezTo>
                <a:cubicBezTo>
                  <a:pt x="3608" y="7930"/>
                  <a:pt x="4025" y="8347"/>
                  <a:pt x="4549" y="8347"/>
                </a:cubicBezTo>
                <a:cubicBezTo>
                  <a:pt x="4846" y="8347"/>
                  <a:pt x="5120" y="8216"/>
                  <a:pt x="5287" y="7978"/>
                </a:cubicBezTo>
                <a:lnTo>
                  <a:pt x="5418" y="7978"/>
                </a:lnTo>
                <a:lnTo>
                  <a:pt x="5418" y="9037"/>
                </a:lnTo>
                <a:lnTo>
                  <a:pt x="3168" y="9037"/>
                </a:lnTo>
                <a:cubicBezTo>
                  <a:pt x="3072" y="9037"/>
                  <a:pt x="3001" y="9109"/>
                  <a:pt x="3001" y="9216"/>
                </a:cubicBezTo>
                <a:cubicBezTo>
                  <a:pt x="3001" y="9311"/>
                  <a:pt x="3072" y="9395"/>
                  <a:pt x="3168" y="9395"/>
                </a:cubicBezTo>
                <a:lnTo>
                  <a:pt x="6835" y="9395"/>
                </a:lnTo>
                <a:lnTo>
                  <a:pt x="6835" y="9526"/>
                </a:lnTo>
                <a:cubicBezTo>
                  <a:pt x="6597" y="9704"/>
                  <a:pt x="6466" y="9990"/>
                  <a:pt x="6466" y="10264"/>
                </a:cubicBezTo>
                <a:cubicBezTo>
                  <a:pt x="6466" y="10788"/>
                  <a:pt x="6882" y="11204"/>
                  <a:pt x="7406" y="11204"/>
                </a:cubicBezTo>
                <a:cubicBezTo>
                  <a:pt x="7918" y="11204"/>
                  <a:pt x="8335" y="10788"/>
                  <a:pt x="8335" y="10264"/>
                </a:cubicBezTo>
                <a:cubicBezTo>
                  <a:pt x="8335" y="9966"/>
                  <a:pt x="8204" y="9692"/>
                  <a:pt x="7966" y="9526"/>
                </a:cubicBezTo>
                <a:lnTo>
                  <a:pt x="7966" y="9395"/>
                </a:lnTo>
                <a:lnTo>
                  <a:pt x="9204" y="9395"/>
                </a:lnTo>
                <a:cubicBezTo>
                  <a:pt x="9311" y="9395"/>
                  <a:pt x="9383" y="9311"/>
                  <a:pt x="9383" y="9216"/>
                </a:cubicBezTo>
                <a:lnTo>
                  <a:pt x="9383" y="8002"/>
                </a:lnTo>
                <a:lnTo>
                  <a:pt x="9383" y="7787"/>
                </a:lnTo>
                <a:lnTo>
                  <a:pt x="9383" y="5596"/>
                </a:lnTo>
                <a:lnTo>
                  <a:pt x="9383" y="4358"/>
                </a:lnTo>
                <a:lnTo>
                  <a:pt x="9514" y="4358"/>
                </a:lnTo>
                <a:cubicBezTo>
                  <a:pt x="9692" y="4596"/>
                  <a:pt x="9978" y="4727"/>
                  <a:pt x="10264" y="4727"/>
                </a:cubicBezTo>
                <a:cubicBezTo>
                  <a:pt x="10776" y="4727"/>
                  <a:pt x="11192" y="4311"/>
                  <a:pt x="11192" y="3799"/>
                </a:cubicBezTo>
                <a:cubicBezTo>
                  <a:pt x="11192" y="3287"/>
                  <a:pt x="10776" y="2858"/>
                  <a:pt x="10264" y="2858"/>
                </a:cubicBezTo>
                <a:cubicBezTo>
                  <a:pt x="9966" y="2858"/>
                  <a:pt x="9680" y="2989"/>
                  <a:pt x="9514" y="3227"/>
                </a:cubicBezTo>
                <a:lnTo>
                  <a:pt x="9383" y="3227"/>
                </a:lnTo>
                <a:lnTo>
                  <a:pt x="9383" y="2001"/>
                </a:lnTo>
                <a:cubicBezTo>
                  <a:pt x="9383" y="1894"/>
                  <a:pt x="9311" y="1822"/>
                  <a:pt x="9204" y="1822"/>
                </a:cubicBezTo>
                <a:lnTo>
                  <a:pt x="8609" y="1822"/>
                </a:lnTo>
                <a:cubicBezTo>
                  <a:pt x="8502" y="1822"/>
                  <a:pt x="8430" y="1894"/>
                  <a:pt x="8430" y="2001"/>
                </a:cubicBezTo>
                <a:cubicBezTo>
                  <a:pt x="8430" y="2096"/>
                  <a:pt x="8502" y="2179"/>
                  <a:pt x="8609" y="2179"/>
                </a:cubicBezTo>
                <a:lnTo>
                  <a:pt x="9026" y="2179"/>
                </a:lnTo>
                <a:lnTo>
                  <a:pt x="9026" y="3406"/>
                </a:lnTo>
                <a:cubicBezTo>
                  <a:pt x="9026" y="3513"/>
                  <a:pt x="9097" y="3584"/>
                  <a:pt x="9204" y="3584"/>
                </a:cubicBezTo>
                <a:lnTo>
                  <a:pt x="9609" y="3584"/>
                </a:lnTo>
                <a:cubicBezTo>
                  <a:pt x="9668" y="3584"/>
                  <a:pt x="9728" y="3561"/>
                  <a:pt x="9752" y="3501"/>
                </a:cubicBezTo>
                <a:cubicBezTo>
                  <a:pt x="9859" y="3322"/>
                  <a:pt x="10049" y="3215"/>
                  <a:pt x="10264" y="3215"/>
                </a:cubicBezTo>
                <a:cubicBezTo>
                  <a:pt x="10585" y="3215"/>
                  <a:pt x="10835" y="3489"/>
                  <a:pt x="10835" y="3799"/>
                </a:cubicBezTo>
                <a:cubicBezTo>
                  <a:pt x="10835" y="4120"/>
                  <a:pt x="10573" y="4382"/>
                  <a:pt x="10264" y="4382"/>
                </a:cubicBezTo>
                <a:cubicBezTo>
                  <a:pt x="10049" y="4382"/>
                  <a:pt x="9859" y="4275"/>
                  <a:pt x="9752" y="4096"/>
                </a:cubicBezTo>
                <a:cubicBezTo>
                  <a:pt x="9728" y="4037"/>
                  <a:pt x="9668" y="4001"/>
                  <a:pt x="9609" y="4001"/>
                </a:cubicBezTo>
                <a:lnTo>
                  <a:pt x="9204" y="4001"/>
                </a:lnTo>
                <a:cubicBezTo>
                  <a:pt x="9097" y="4001"/>
                  <a:pt x="9026" y="4084"/>
                  <a:pt x="9026" y="4180"/>
                </a:cubicBezTo>
                <a:lnTo>
                  <a:pt x="9026" y="5418"/>
                </a:lnTo>
                <a:lnTo>
                  <a:pt x="7787" y="5418"/>
                </a:lnTo>
                <a:cubicBezTo>
                  <a:pt x="7680" y="5418"/>
                  <a:pt x="7609" y="5489"/>
                  <a:pt x="7609" y="5596"/>
                </a:cubicBezTo>
                <a:lnTo>
                  <a:pt x="7609" y="6001"/>
                </a:lnTo>
                <a:cubicBezTo>
                  <a:pt x="7609" y="6061"/>
                  <a:pt x="7644" y="6120"/>
                  <a:pt x="7704" y="6144"/>
                </a:cubicBezTo>
                <a:cubicBezTo>
                  <a:pt x="7883" y="6251"/>
                  <a:pt x="7978" y="6442"/>
                  <a:pt x="7978" y="6656"/>
                </a:cubicBezTo>
                <a:cubicBezTo>
                  <a:pt x="7978" y="6978"/>
                  <a:pt x="7716" y="7240"/>
                  <a:pt x="7406" y="7240"/>
                </a:cubicBezTo>
                <a:cubicBezTo>
                  <a:pt x="7073" y="7240"/>
                  <a:pt x="6823" y="6966"/>
                  <a:pt x="6823" y="6656"/>
                </a:cubicBezTo>
                <a:cubicBezTo>
                  <a:pt x="6823" y="6442"/>
                  <a:pt x="6930" y="6251"/>
                  <a:pt x="7109" y="6144"/>
                </a:cubicBezTo>
                <a:cubicBezTo>
                  <a:pt x="7168" y="6120"/>
                  <a:pt x="7192" y="6061"/>
                  <a:pt x="7192" y="6001"/>
                </a:cubicBezTo>
                <a:lnTo>
                  <a:pt x="7192" y="5596"/>
                </a:lnTo>
                <a:cubicBezTo>
                  <a:pt x="7192" y="5489"/>
                  <a:pt x="7121" y="5418"/>
                  <a:pt x="7013" y="5418"/>
                </a:cubicBezTo>
                <a:lnTo>
                  <a:pt x="5775" y="5418"/>
                </a:lnTo>
                <a:lnTo>
                  <a:pt x="5775" y="4358"/>
                </a:lnTo>
                <a:lnTo>
                  <a:pt x="5918" y="4358"/>
                </a:lnTo>
                <a:cubicBezTo>
                  <a:pt x="6097" y="4596"/>
                  <a:pt x="6370" y="4739"/>
                  <a:pt x="6656" y="4739"/>
                </a:cubicBezTo>
                <a:cubicBezTo>
                  <a:pt x="7180" y="4739"/>
                  <a:pt x="7597" y="4323"/>
                  <a:pt x="7597" y="3799"/>
                </a:cubicBezTo>
                <a:cubicBezTo>
                  <a:pt x="7597" y="3275"/>
                  <a:pt x="7180" y="2858"/>
                  <a:pt x="6656" y="2858"/>
                </a:cubicBezTo>
                <a:cubicBezTo>
                  <a:pt x="6359" y="2858"/>
                  <a:pt x="6073" y="2989"/>
                  <a:pt x="5918" y="3227"/>
                </a:cubicBezTo>
                <a:lnTo>
                  <a:pt x="5775" y="3227"/>
                </a:lnTo>
                <a:lnTo>
                  <a:pt x="5775" y="2179"/>
                </a:lnTo>
                <a:lnTo>
                  <a:pt x="8025" y="2179"/>
                </a:lnTo>
                <a:cubicBezTo>
                  <a:pt x="8133" y="2179"/>
                  <a:pt x="8204" y="2096"/>
                  <a:pt x="8204" y="2001"/>
                </a:cubicBezTo>
                <a:cubicBezTo>
                  <a:pt x="8204" y="1894"/>
                  <a:pt x="8133" y="1822"/>
                  <a:pt x="8025" y="1822"/>
                </a:cubicBezTo>
                <a:lnTo>
                  <a:pt x="4370" y="1822"/>
                </a:lnTo>
                <a:lnTo>
                  <a:pt x="4370" y="1679"/>
                </a:lnTo>
                <a:cubicBezTo>
                  <a:pt x="4608" y="1501"/>
                  <a:pt x="4739" y="1227"/>
                  <a:pt x="4739" y="941"/>
                </a:cubicBezTo>
                <a:cubicBezTo>
                  <a:pt x="4739" y="417"/>
                  <a:pt x="4323" y="1"/>
                  <a:pt x="379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1" name="Google Shape;491;p27"/>
          <p:cNvGrpSpPr/>
          <p:nvPr/>
        </p:nvGrpSpPr>
        <p:grpSpPr>
          <a:xfrm>
            <a:off x="4075558" y="1684660"/>
            <a:ext cx="577210" cy="580282"/>
            <a:chOff x="3095745" y="3805393"/>
            <a:chExt cx="352840" cy="354717"/>
          </a:xfrm>
        </p:grpSpPr>
        <p:sp>
          <p:nvSpPr>
            <p:cNvPr id="492" name="Google Shape;492;p27"/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27"/>
          <p:cNvGrpSpPr/>
          <p:nvPr/>
        </p:nvGrpSpPr>
        <p:grpSpPr>
          <a:xfrm>
            <a:off x="6789168" y="1684647"/>
            <a:ext cx="583817" cy="580314"/>
            <a:chOff x="3541011" y="3367320"/>
            <a:chExt cx="348257" cy="346188"/>
          </a:xfrm>
        </p:grpSpPr>
        <p:sp>
          <p:nvSpPr>
            <p:cNvPr id="499" name="Google Shape;499;p27"/>
            <p:cNvSpPr/>
            <p:nvPr/>
          </p:nvSpPr>
          <p:spPr>
            <a:xfrm>
              <a:off x="3541011" y="3367320"/>
              <a:ext cx="347906" cy="346188"/>
            </a:xfrm>
            <a:custGeom>
              <a:avLst/>
              <a:gdLst/>
              <a:ahLst/>
              <a:cxnLst/>
              <a:rect l="l" t="t" r="r" b="b"/>
              <a:pathLst>
                <a:path w="10931" h="10877" extrusionOk="0">
                  <a:moveTo>
                    <a:pt x="4203" y="6323"/>
                  </a:moveTo>
                  <a:cubicBezTo>
                    <a:pt x="4322" y="6454"/>
                    <a:pt x="4465" y="6609"/>
                    <a:pt x="4620" y="6740"/>
                  </a:cubicBezTo>
                  <a:lnTo>
                    <a:pt x="4024" y="7335"/>
                  </a:lnTo>
                  <a:lnTo>
                    <a:pt x="3977" y="7287"/>
                  </a:lnTo>
                  <a:lnTo>
                    <a:pt x="3632" y="6942"/>
                  </a:lnTo>
                  <a:lnTo>
                    <a:pt x="3584" y="6906"/>
                  </a:lnTo>
                  <a:lnTo>
                    <a:pt x="4203" y="6323"/>
                  </a:lnTo>
                  <a:close/>
                  <a:moveTo>
                    <a:pt x="3239" y="7123"/>
                  </a:moveTo>
                  <a:cubicBezTo>
                    <a:pt x="3307" y="7123"/>
                    <a:pt x="3376" y="7150"/>
                    <a:pt x="3429" y="7204"/>
                  </a:cubicBezTo>
                  <a:lnTo>
                    <a:pt x="3763" y="7537"/>
                  </a:lnTo>
                  <a:cubicBezTo>
                    <a:pt x="3858" y="7632"/>
                    <a:pt x="3858" y="7799"/>
                    <a:pt x="3751" y="7894"/>
                  </a:cubicBezTo>
                  <a:lnTo>
                    <a:pt x="3560" y="8097"/>
                  </a:lnTo>
                  <a:lnTo>
                    <a:pt x="2858" y="7394"/>
                  </a:lnTo>
                  <a:lnTo>
                    <a:pt x="3048" y="7204"/>
                  </a:lnTo>
                  <a:cubicBezTo>
                    <a:pt x="3102" y="7150"/>
                    <a:pt x="3170" y="7123"/>
                    <a:pt x="3239" y="7123"/>
                  </a:cubicBezTo>
                  <a:close/>
                  <a:moveTo>
                    <a:pt x="2631" y="7597"/>
                  </a:moveTo>
                  <a:lnTo>
                    <a:pt x="3334" y="8299"/>
                  </a:lnTo>
                  <a:lnTo>
                    <a:pt x="1167" y="10478"/>
                  </a:lnTo>
                  <a:cubicBezTo>
                    <a:pt x="1113" y="10526"/>
                    <a:pt x="1045" y="10550"/>
                    <a:pt x="976" y="10550"/>
                  </a:cubicBezTo>
                  <a:cubicBezTo>
                    <a:pt x="908" y="10550"/>
                    <a:pt x="840" y="10526"/>
                    <a:pt x="786" y="10478"/>
                  </a:cubicBezTo>
                  <a:lnTo>
                    <a:pt x="453" y="10133"/>
                  </a:lnTo>
                  <a:cubicBezTo>
                    <a:pt x="357" y="10038"/>
                    <a:pt x="357" y="9883"/>
                    <a:pt x="465" y="9776"/>
                  </a:cubicBezTo>
                  <a:lnTo>
                    <a:pt x="2631" y="7597"/>
                  </a:lnTo>
                  <a:close/>
                  <a:moveTo>
                    <a:pt x="7120" y="1"/>
                  </a:moveTo>
                  <a:cubicBezTo>
                    <a:pt x="3989" y="1"/>
                    <a:pt x="2191" y="3537"/>
                    <a:pt x="4001" y="6073"/>
                  </a:cubicBezTo>
                  <a:lnTo>
                    <a:pt x="3274" y="6799"/>
                  </a:lnTo>
                  <a:cubicBezTo>
                    <a:pt x="3249" y="6796"/>
                    <a:pt x="3223" y="6794"/>
                    <a:pt x="3198" y="6794"/>
                  </a:cubicBezTo>
                  <a:cubicBezTo>
                    <a:pt x="3049" y="6794"/>
                    <a:pt x="2912" y="6854"/>
                    <a:pt x="2810" y="6966"/>
                  </a:cubicBezTo>
                  <a:lnTo>
                    <a:pt x="226" y="9549"/>
                  </a:lnTo>
                  <a:cubicBezTo>
                    <a:pt x="0" y="9776"/>
                    <a:pt x="0" y="10145"/>
                    <a:pt x="226" y="10371"/>
                  </a:cubicBezTo>
                  <a:lnTo>
                    <a:pt x="572" y="10716"/>
                  </a:lnTo>
                  <a:cubicBezTo>
                    <a:pt x="679" y="10823"/>
                    <a:pt x="828" y="10877"/>
                    <a:pt x="976" y="10877"/>
                  </a:cubicBezTo>
                  <a:cubicBezTo>
                    <a:pt x="1125" y="10877"/>
                    <a:pt x="1274" y="10823"/>
                    <a:pt x="1381" y="10716"/>
                  </a:cubicBezTo>
                  <a:lnTo>
                    <a:pt x="3655" y="8430"/>
                  </a:lnTo>
                  <a:lnTo>
                    <a:pt x="3977" y="8121"/>
                  </a:lnTo>
                  <a:cubicBezTo>
                    <a:pt x="4096" y="8002"/>
                    <a:pt x="4155" y="7835"/>
                    <a:pt x="4144" y="7656"/>
                  </a:cubicBezTo>
                  <a:lnTo>
                    <a:pt x="4870" y="6930"/>
                  </a:lnTo>
                  <a:cubicBezTo>
                    <a:pt x="5406" y="7323"/>
                    <a:pt x="6037" y="7573"/>
                    <a:pt x="6715" y="7632"/>
                  </a:cubicBezTo>
                  <a:lnTo>
                    <a:pt x="6727" y="7632"/>
                  </a:lnTo>
                  <a:cubicBezTo>
                    <a:pt x="6799" y="7632"/>
                    <a:pt x="6882" y="7573"/>
                    <a:pt x="6894" y="7478"/>
                  </a:cubicBezTo>
                  <a:cubicBezTo>
                    <a:pt x="6906" y="7394"/>
                    <a:pt x="6834" y="7323"/>
                    <a:pt x="6739" y="7299"/>
                  </a:cubicBezTo>
                  <a:cubicBezTo>
                    <a:pt x="6037" y="7228"/>
                    <a:pt x="5406" y="6966"/>
                    <a:pt x="4882" y="6549"/>
                  </a:cubicBezTo>
                  <a:cubicBezTo>
                    <a:pt x="2298" y="4465"/>
                    <a:pt x="3822" y="310"/>
                    <a:pt x="7096" y="310"/>
                  </a:cubicBezTo>
                  <a:cubicBezTo>
                    <a:pt x="8942" y="310"/>
                    <a:pt x="10418" y="1703"/>
                    <a:pt x="10597" y="3465"/>
                  </a:cubicBezTo>
                  <a:cubicBezTo>
                    <a:pt x="10609" y="3549"/>
                    <a:pt x="10692" y="3608"/>
                    <a:pt x="10775" y="3608"/>
                  </a:cubicBezTo>
                  <a:cubicBezTo>
                    <a:pt x="10871" y="3596"/>
                    <a:pt x="10930" y="3525"/>
                    <a:pt x="10930" y="3430"/>
                  </a:cubicBezTo>
                  <a:cubicBezTo>
                    <a:pt x="10728" y="1525"/>
                    <a:pt x="9120" y="1"/>
                    <a:pt x="7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3658105" y="3389599"/>
              <a:ext cx="208820" cy="199431"/>
            </a:xfrm>
            <a:custGeom>
              <a:avLst/>
              <a:gdLst/>
              <a:ahLst/>
              <a:cxnLst/>
              <a:rect l="l" t="t" r="r" b="b"/>
              <a:pathLst>
                <a:path w="6561" h="6266" extrusionOk="0">
                  <a:moveTo>
                    <a:pt x="3441" y="336"/>
                  </a:moveTo>
                  <a:cubicBezTo>
                    <a:pt x="4989" y="336"/>
                    <a:pt x="6251" y="1587"/>
                    <a:pt x="6251" y="3146"/>
                  </a:cubicBezTo>
                  <a:cubicBezTo>
                    <a:pt x="6251" y="4694"/>
                    <a:pt x="4989" y="5944"/>
                    <a:pt x="3441" y="5944"/>
                  </a:cubicBezTo>
                  <a:cubicBezTo>
                    <a:pt x="2727" y="5944"/>
                    <a:pt x="1989" y="5682"/>
                    <a:pt x="1441" y="5135"/>
                  </a:cubicBezTo>
                  <a:cubicBezTo>
                    <a:pt x="345" y="4027"/>
                    <a:pt x="345" y="2241"/>
                    <a:pt x="1441" y="1158"/>
                  </a:cubicBezTo>
                  <a:cubicBezTo>
                    <a:pt x="1989" y="598"/>
                    <a:pt x="2703" y="336"/>
                    <a:pt x="3441" y="336"/>
                  </a:cubicBezTo>
                  <a:close/>
                  <a:moveTo>
                    <a:pt x="3428" y="0"/>
                  </a:moveTo>
                  <a:cubicBezTo>
                    <a:pt x="2628" y="0"/>
                    <a:pt x="1828" y="307"/>
                    <a:pt x="1215" y="920"/>
                  </a:cubicBezTo>
                  <a:cubicBezTo>
                    <a:pt x="0" y="2134"/>
                    <a:pt x="0" y="4123"/>
                    <a:pt x="1215" y="5337"/>
                  </a:cubicBezTo>
                  <a:cubicBezTo>
                    <a:pt x="1822" y="5944"/>
                    <a:pt x="2631" y="6266"/>
                    <a:pt x="3429" y="6266"/>
                  </a:cubicBezTo>
                  <a:cubicBezTo>
                    <a:pt x="5144" y="6266"/>
                    <a:pt x="6561" y="4873"/>
                    <a:pt x="6561" y="3134"/>
                  </a:cubicBezTo>
                  <a:cubicBezTo>
                    <a:pt x="6561" y="2301"/>
                    <a:pt x="6227" y="1515"/>
                    <a:pt x="5632" y="920"/>
                  </a:cubicBezTo>
                  <a:cubicBezTo>
                    <a:pt x="5025" y="307"/>
                    <a:pt x="4227" y="0"/>
                    <a:pt x="3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7"/>
            <p:cNvSpPr/>
            <p:nvPr/>
          </p:nvSpPr>
          <p:spPr>
            <a:xfrm>
              <a:off x="3720614" y="3426805"/>
              <a:ext cx="95164" cy="116011"/>
            </a:xfrm>
            <a:custGeom>
              <a:avLst/>
              <a:gdLst/>
              <a:ahLst/>
              <a:cxnLst/>
              <a:rect l="l" t="t" r="r" b="b"/>
              <a:pathLst>
                <a:path w="2990" h="3645" extrusionOk="0">
                  <a:moveTo>
                    <a:pt x="1477" y="334"/>
                  </a:moveTo>
                  <a:cubicBezTo>
                    <a:pt x="1834" y="334"/>
                    <a:pt x="2132" y="632"/>
                    <a:pt x="2132" y="989"/>
                  </a:cubicBezTo>
                  <a:cubicBezTo>
                    <a:pt x="2132" y="1334"/>
                    <a:pt x="1834" y="1632"/>
                    <a:pt x="1477" y="1632"/>
                  </a:cubicBezTo>
                  <a:cubicBezTo>
                    <a:pt x="1120" y="1632"/>
                    <a:pt x="822" y="1334"/>
                    <a:pt x="822" y="989"/>
                  </a:cubicBezTo>
                  <a:cubicBezTo>
                    <a:pt x="822" y="608"/>
                    <a:pt x="1120" y="334"/>
                    <a:pt x="1477" y="334"/>
                  </a:cubicBezTo>
                  <a:close/>
                  <a:moveTo>
                    <a:pt x="1906" y="1953"/>
                  </a:moveTo>
                  <a:cubicBezTo>
                    <a:pt x="2287" y="1953"/>
                    <a:pt x="2620" y="2263"/>
                    <a:pt x="2620" y="2668"/>
                  </a:cubicBezTo>
                  <a:lnTo>
                    <a:pt x="2620" y="3335"/>
                  </a:lnTo>
                  <a:lnTo>
                    <a:pt x="2275" y="3335"/>
                  </a:lnTo>
                  <a:lnTo>
                    <a:pt x="2275" y="2632"/>
                  </a:lnTo>
                  <a:cubicBezTo>
                    <a:pt x="2275" y="2549"/>
                    <a:pt x="2203" y="2477"/>
                    <a:pt x="2108" y="2477"/>
                  </a:cubicBezTo>
                  <a:cubicBezTo>
                    <a:pt x="2025" y="2477"/>
                    <a:pt x="1953" y="2549"/>
                    <a:pt x="1953" y="2632"/>
                  </a:cubicBezTo>
                  <a:lnTo>
                    <a:pt x="1953" y="3335"/>
                  </a:lnTo>
                  <a:lnTo>
                    <a:pt x="953" y="3335"/>
                  </a:lnTo>
                  <a:lnTo>
                    <a:pt x="953" y="2632"/>
                  </a:lnTo>
                  <a:cubicBezTo>
                    <a:pt x="953" y="2549"/>
                    <a:pt x="882" y="2477"/>
                    <a:pt x="787" y="2477"/>
                  </a:cubicBezTo>
                  <a:cubicBezTo>
                    <a:pt x="691" y="2477"/>
                    <a:pt x="620" y="2549"/>
                    <a:pt x="620" y="2632"/>
                  </a:cubicBezTo>
                  <a:lnTo>
                    <a:pt x="620" y="3335"/>
                  </a:lnTo>
                  <a:lnTo>
                    <a:pt x="263" y="3335"/>
                  </a:lnTo>
                  <a:lnTo>
                    <a:pt x="263" y="2668"/>
                  </a:lnTo>
                  <a:cubicBezTo>
                    <a:pt x="263" y="2275"/>
                    <a:pt x="584" y="1953"/>
                    <a:pt x="977" y="1953"/>
                  </a:cubicBezTo>
                  <a:close/>
                  <a:moveTo>
                    <a:pt x="1477" y="1"/>
                  </a:moveTo>
                  <a:cubicBezTo>
                    <a:pt x="941" y="1"/>
                    <a:pt x="501" y="429"/>
                    <a:pt x="501" y="965"/>
                  </a:cubicBezTo>
                  <a:cubicBezTo>
                    <a:pt x="501" y="1239"/>
                    <a:pt x="608" y="1477"/>
                    <a:pt x="787" y="1656"/>
                  </a:cubicBezTo>
                  <a:cubicBezTo>
                    <a:pt x="322" y="1763"/>
                    <a:pt x="1" y="2180"/>
                    <a:pt x="1" y="2656"/>
                  </a:cubicBezTo>
                  <a:lnTo>
                    <a:pt x="1" y="3335"/>
                  </a:lnTo>
                  <a:cubicBezTo>
                    <a:pt x="1" y="3501"/>
                    <a:pt x="132" y="3644"/>
                    <a:pt x="310" y="3644"/>
                  </a:cubicBezTo>
                  <a:lnTo>
                    <a:pt x="2680" y="3644"/>
                  </a:lnTo>
                  <a:cubicBezTo>
                    <a:pt x="2846" y="3644"/>
                    <a:pt x="2989" y="3513"/>
                    <a:pt x="2989" y="3335"/>
                  </a:cubicBezTo>
                  <a:lnTo>
                    <a:pt x="2989" y="2656"/>
                  </a:lnTo>
                  <a:cubicBezTo>
                    <a:pt x="2965" y="2180"/>
                    <a:pt x="2620" y="1763"/>
                    <a:pt x="2156" y="1656"/>
                  </a:cubicBezTo>
                  <a:cubicBezTo>
                    <a:pt x="2334" y="1477"/>
                    <a:pt x="2442" y="1239"/>
                    <a:pt x="2442" y="965"/>
                  </a:cubicBezTo>
                  <a:cubicBezTo>
                    <a:pt x="2442" y="429"/>
                    <a:pt x="2013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3773671" y="3496030"/>
              <a:ext cx="115597" cy="114993"/>
            </a:xfrm>
            <a:custGeom>
              <a:avLst/>
              <a:gdLst/>
              <a:ahLst/>
              <a:cxnLst/>
              <a:rect l="l" t="t" r="r" b="b"/>
              <a:pathLst>
                <a:path w="3632" h="3613" extrusionOk="0">
                  <a:moveTo>
                    <a:pt x="3433" y="0"/>
                  </a:moveTo>
                  <a:cubicBezTo>
                    <a:pt x="3361" y="0"/>
                    <a:pt x="3297" y="65"/>
                    <a:pt x="3287" y="148"/>
                  </a:cubicBezTo>
                  <a:cubicBezTo>
                    <a:pt x="3120" y="1803"/>
                    <a:pt x="1810" y="3112"/>
                    <a:pt x="143" y="3291"/>
                  </a:cubicBezTo>
                  <a:cubicBezTo>
                    <a:pt x="60" y="3303"/>
                    <a:pt x="1" y="3374"/>
                    <a:pt x="1" y="3469"/>
                  </a:cubicBezTo>
                  <a:cubicBezTo>
                    <a:pt x="13" y="3553"/>
                    <a:pt x="72" y="3612"/>
                    <a:pt x="167" y="3612"/>
                  </a:cubicBezTo>
                  <a:lnTo>
                    <a:pt x="179" y="3612"/>
                  </a:lnTo>
                  <a:cubicBezTo>
                    <a:pt x="1989" y="3422"/>
                    <a:pt x="3442" y="1993"/>
                    <a:pt x="3620" y="183"/>
                  </a:cubicBezTo>
                  <a:cubicBezTo>
                    <a:pt x="3632" y="88"/>
                    <a:pt x="3561" y="17"/>
                    <a:pt x="3465" y="5"/>
                  </a:cubicBezTo>
                  <a:cubicBezTo>
                    <a:pt x="3454" y="2"/>
                    <a:pt x="3443" y="0"/>
                    <a:pt x="34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ine 6">
            <a:extLst>
              <a:ext uri="{FF2B5EF4-FFF2-40B4-BE49-F238E27FC236}">
                <a16:creationId xmlns:a16="http://schemas.microsoft.com/office/drawing/2014/main" id="{8855BC74-EE7C-4F9C-0C81-854D5F39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92" y="1055573"/>
            <a:ext cx="4512143" cy="149861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27F7D07-C4B1-4D31-0B37-467AF935B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430" y="275772"/>
            <a:ext cx="4427570" cy="837300"/>
          </a:xfrm>
        </p:spPr>
        <p:txBody>
          <a:bodyPr/>
          <a:lstStyle/>
          <a:p>
            <a:r>
              <a:rPr lang="en-US" sz="2800" u="sng" dirty="0" err="1"/>
              <a:t>Functia</a:t>
            </a:r>
            <a:r>
              <a:rPr lang="en-US" sz="2800" u="sng" dirty="0"/>
              <a:t> de </a:t>
            </a:r>
            <a:r>
              <a:rPr lang="en-US" sz="2800" u="sng" dirty="0" err="1"/>
              <a:t>Conectare</a:t>
            </a:r>
            <a:r>
              <a:rPr lang="en-US" sz="2800" u="sng" dirty="0"/>
              <a:t> de </a:t>
            </a:r>
            <a:r>
              <a:rPr lang="en-US" sz="2800" u="sng" dirty="0" err="1"/>
              <a:t>WiFi</a:t>
            </a:r>
            <a:r>
              <a:rPr lang="en-US" sz="2800" u="sng" dirty="0"/>
              <a:t>:</a:t>
            </a:r>
            <a:endParaRPr lang="ro-RO" sz="2800" u="sng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EF68B06D-DF3A-F333-BEF4-DEDCBB8B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150" y="1400696"/>
            <a:ext cx="4706006" cy="31781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199E45D-EBAD-C6F6-3D81-F8FC7B739DB1}"/>
              </a:ext>
            </a:extLst>
          </p:cNvPr>
          <p:cNvSpPr>
            <a:spLocks noGrp="1" noChangeArrowheads="1"/>
          </p:cNvSpPr>
          <p:nvPr>
            <p:ph type="title" idx="2"/>
          </p:nvPr>
        </p:nvSpPr>
        <p:spPr bwMode="auto">
          <a:xfrm>
            <a:off x="230844" y="1307830"/>
            <a:ext cx="3858830" cy="120032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Această funcție încearcă să conecteze dispozitivul la o rețea </a:t>
            </a:r>
            <a:r>
              <a:rPr kumimoji="0" lang="ro-RO" altLang="ro-RO" sz="1200" b="0" i="0" u="none" strike="noStrike" cap="none" normalizeH="0" baseline="0" dirty="0" err="1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WiFi</a:t>
            </a:r>
            <a:r>
              <a:rPr kumimoji="0" lang="ro-RO" altLang="ro-RO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 </a:t>
            </a:r>
            <a:r>
              <a:rPr kumimoji="0" lang="ro-RO" altLang="ro-RO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  <a:cs typeface="Times New Roman" panose="02020603050405020304" pitchFamily="18" charset="0"/>
              </a:rPr>
              <a:t>specificată</a:t>
            </a:r>
            <a:r>
              <a:rPr kumimoji="0" lang="ro-RO" altLang="ro-RO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 prin SSID și parolă. Inițializează modul stație, se deconectează de la orice rețea existentă și încearcă să se conecteze la rețeaua dorită timp de maximum 15 secunde. Dacă reușește, returnează </a:t>
            </a:r>
            <a:r>
              <a:rPr kumimoji="0" lang="en-US" altLang="ro-RO" sz="1200" b="1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true</a:t>
            </a:r>
            <a:r>
              <a:rPr kumimoji="0" lang="ro-RO" altLang="ro-RO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, </a:t>
            </a:r>
            <a:r>
              <a:rPr kumimoji="0" lang="ro-RO" altLang="ro-RO" sz="1200" b="0" i="0" u="none" strike="noStrike" cap="none" normalizeH="0" baseline="0" dirty="0" err="1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altfe</a:t>
            </a:r>
            <a:r>
              <a:rPr kumimoji="0" lang="en-US" altLang="ro-RO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Maven Pro" panose="020B0604020202020204" charset="0"/>
              </a:rPr>
              <a:t>l false.</a:t>
            </a:r>
            <a:r>
              <a:rPr kumimoji="0" lang="ro-RO" altLang="ro-RO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ven Pro" panose="020B0604020202020204" charset="0"/>
              </a:rPr>
              <a:t> 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ven Pro" panose="020B0604020202020204" charset="0"/>
            </a:endParaRPr>
          </a:p>
        </p:txBody>
      </p:sp>
      <p:grpSp>
        <p:nvGrpSpPr>
          <p:cNvPr id="8" name="Google Shape;3619;p53">
            <a:extLst>
              <a:ext uri="{FF2B5EF4-FFF2-40B4-BE49-F238E27FC236}">
                <a16:creationId xmlns:a16="http://schemas.microsoft.com/office/drawing/2014/main" id="{CD9E44B6-0EEB-C5BE-7C6C-065974450278}"/>
              </a:ext>
            </a:extLst>
          </p:cNvPr>
          <p:cNvGrpSpPr/>
          <p:nvPr/>
        </p:nvGrpSpPr>
        <p:grpSpPr>
          <a:xfrm>
            <a:off x="956945" y="2989781"/>
            <a:ext cx="1644365" cy="1422616"/>
            <a:chOff x="6000718" y="3070557"/>
            <a:chExt cx="587865" cy="517731"/>
          </a:xfrm>
        </p:grpSpPr>
        <p:sp>
          <p:nvSpPr>
            <p:cNvPr id="9" name="Google Shape;3620;p53">
              <a:extLst>
                <a:ext uri="{FF2B5EF4-FFF2-40B4-BE49-F238E27FC236}">
                  <a16:creationId xmlns:a16="http://schemas.microsoft.com/office/drawing/2014/main" id="{CFEB20CE-2519-AAAD-4C3C-9F4312209386}"/>
                </a:ext>
              </a:extLst>
            </p:cNvPr>
            <p:cNvSpPr/>
            <p:nvPr/>
          </p:nvSpPr>
          <p:spPr>
            <a:xfrm>
              <a:off x="6161116" y="3104229"/>
              <a:ext cx="410235" cy="449911"/>
            </a:xfrm>
            <a:custGeom>
              <a:avLst/>
              <a:gdLst/>
              <a:ahLst/>
              <a:cxnLst/>
              <a:rect l="l" t="t" r="r" b="b"/>
              <a:pathLst>
                <a:path w="71098" h="78008" extrusionOk="0">
                  <a:moveTo>
                    <a:pt x="36108" y="3531"/>
                  </a:moveTo>
                  <a:lnTo>
                    <a:pt x="36835" y="4631"/>
                  </a:lnTo>
                  <a:cubicBezTo>
                    <a:pt x="36551" y="4826"/>
                    <a:pt x="36268" y="5039"/>
                    <a:pt x="35948" y="5217"/>
                  </a:cubicBezTo>
                  <a:cubicBezTo>
                    <a:pt x="35043" y="5749"/>
                    <a:pt x="34635" y="6459"/>
                    <a:pt x="35132" y="7488"/>
                  </a:cubicBezTo>
                  <a:cubicBezTo>
                    <a:pt x="35486" y="8208"/>
                    <a:pt x="35984" y="8561"/>
                    <a:pt x="36635" y="8561"/>
                  </a:cubicBezTo>
                  <a:cubicBezTo>
                    <a:pt x="36866" y="8561"/>
                    <a:pt x="37116" y="8517"/>
                    <a:pt x="37385" y="8428"/>
                  </a:cubicBezTo>
                  <a:cubicBezTo>
                    <a:pt x="37776" y="8304"/>
                    <a:pt x="38184" y="8198"/>
                    <a:pt x="38752" y="8056"/>
                  </a:cubicBezTo>
                  <a:lnTo>
                    <a:pt x="38752" y="8056"/>
                  </a:lnTo>
                  <a:cubicBezTo>
                    <a:pt x="38412" y="9075"/>
                    <a:pt x="37909" y="9331"/>
                    <a:pt x="37373" y="9331"/>
                  </a:cubicBezTo>
                  <a:cubicBezTo>
                    <a:pt x="36833" y="9331"/>
                    <a:pt x="36258" y="9072"/>
                    <a:pt x="35779" y="9072"/>
                  </a:cubicBezTo>
                  <a:cubicBezTo>
                    <a:pt x="35690" y="9072"/>
                    <a:pt x="35604" y="9081"/>
                    <a:pt x="35522" y="9102"/>
                  </a:cubicBezTo>
                  <a:lnTo>
                    <a:pt x="33162" y="11977"/>
                  </a:lnTo>
                  <a:lnTo>
                    <a:pt x="28585" y="11037"/>
                  </a:lnTo>
                  <a:lnTo>
                    <a:pt x="31832" y="10238"/>
                  </a:lnTo>
                  <a:cubicBezTo>
                    <a:pt x="32825" y="8162"/>
                    <a:pt x="33127" y="7062"/>
                    <a:pt x="32914" y="6228"/>
                  </a:cubicBezTo>
                  <a:lnTo>
                    <a:pt x="36108" y="3531"/>
                  </a:lnTo>
                  <a:close/>
                  <a:moveTo>
                    <a:pt x="38947" y="36232"/>
                  </a:moveTo>
                  <a:lnTo>
                    <a:pt x="38947" y="36232"/>
                  </a:lnTo>
                  <a:cubicBezTo>
                    <a:pt x="40402" y="36374"/>
                    <a:pt x="40561" y="37705"/>
                    <a:pt x="41253" y="38486"/>
                  </a:cubicBezTo>
                  <a:cubicBezTo>
                    <a:pt x="40278" y="40029"/>
                    <a:pt x="42194" y="41076"/>
                    <a:pt x="41963" y="42673"/>
                  </a:cubicBezTo>
                  <a:cubicBezTo>
                    <a:pt x="41786" y="43862"/>
                    <a:pt x="42833" y="45264"/>
                    <a:pt x="43241" y="46648"/>
                  </a:cubicBezTo>
                  <a:cubicBezTo>
                    <a:pt x="43560" y="47641"/>
                    <a:pt x="43507" y="48741"/>
                    <a:pt x="43046" y="49699"/>
                  </a:cubicBezTo>
                  <a:lnTo>
                    <a:pt x="40473" y="45760"/>
                  </a:lnTo>
                  <a:cubicBezTo>
                    <a:pt x="41449" y="42726"/>
                    <a:pt x="39160" y="39728"/>
                    <a:pt x="38947" y="36232"/>
                  </a:cubicBezTo>
                  <a:close/>
                  <a:moveTo>
                    <a:pt x="36430" y="1"/>
                  </a:moveTo>
                  <a:cubicBezTo>
                    <a:pt x="35873" y="1"/>
                    <a:pt x="35316" y="87"/>
                    <a:pt x="34759" y="284"/>
                  </a:cubicBezTo>
                  <a:cubicBezTo>
                    <a:pt x="33659" y="657"/>
                    <a:pt x="32346" y="870"/>
                    <a:pt x="31885" y="2005"/>
                  </a:cubicBezTo>
                  <a:cubicBezTo>
                    <a:pt x="31264" y="3567"/>
                    <a:pt x="29809" y="3549"/>
                    <a:pt x="28656" y="3992"/>
                  </a:cubicBezTo>
                  <a:cubicBezTo>
                    <a:pt x="26331" y="4826"/>
                    <a:pt x="26012" y="5465"/>
                    <a:pt x="27006" y="7683"/>
                  </a:cubicBezTo>
                  <a:lnTo>
                    <a:pt x="29791" y="7736"/>
                  </a:lnTo>
                  <a:lnTo>
                    <a:pt x="29046" y="10327"/>
                  </a:lnTo>
                  <a:lnTo>
                    <a:pt x="28425" y="7736"/>
                  </a:lnTo>
                  <a:lnTo>
                    <a:pt x="26633" y="11143"/>
                  </a:lnTo>
                  <a:cubicBezTo>
                    <a:pt x="25746" y="11374"/>
                    <a:pt x="24734" y="11391"/>
                    <a:pt x="24113" y="11870"/>
                  </a:cubicBezTo>
                  <a:cubicBezTo>
                    <a:pt x="22960" y="12775"/>
                    <a:pt x="21328" y="12509"/>
                    <a:pt x="20352" y="13680"/>
                  </a:cubicBezTo>
                  <a:lnTo>
                    <a:pt x="19695" y="12900"/>
                  </a:lnTo>
                  <a:lnTo>
                    <a:pt x="18808" y="14106"/>
                  </a:lnTo>
                  <a:cubicBezTo>
                    <a:pt x="18523" y="13971"/>
                    <a:pt x="18518" y="13452"/>
                    <a:pt x="18160" y="13452"/>
                  </a:cubicBezTo>
                  <a:cubicBezTo>
                    <a:pt x="18049" y="13452"/>
                    <a:pt x="17905" y="13501"/>
                    <a:pt x="17708" y="13627"/>
                  </a:cubicBezTo>
                  <a:lnTo>
                    <a:pt x="18560" y="17193"/>
                  </a:lnTo>
                  <a:cubicBezTo>
                    <a:pt x="17972" y="17718"/>
                    <a:pt x="17385" y="18062"/>
                    <a:pt x="16823" y="18062"/>
                  </a:cubicBezTo>
                  <a:cubicBezTo>
                    <a:pt x="16435" y="18062"/>
                    <a:pt x="16059" y="17897"/>
                    <a:pt x="15703" y="17513"/>
                  </a:cubicBezTo>
                  <a:cubicBezTo>
                    <a:pt x="14869" y="16626"/>
                    <a:pt x="13929" y="16750"/>
                    <a:pt x="13112" y="16643"/>
                  </a:cubicBezTo>
                  <a:lnTo>
                    <a:pt x="11196" y="21381"/>
                  </a:lnTo>
                  <a:cubicBezTo>
                    <a:pt x="11922" y="22616"/>
                    <a:pt x="12753" y="22986"/>
                    <a:pt x="13632" y="22986"/>
                  </a:cubicBezTo>
                  <a:cubicBezTo>
                    <a:pt x="14835" y="22986"/>
                    <a:pt x="16130" y="22292"/>
                    <a:pt x="17371" y="22179"/>
                  </a:cubicBezTo>
                  <a:lnTo>
                    <a:pt x="17868" y="20618"/>
                  </a:lnTo>
                  <a:cubicBezTo>
                    <a:pt x="19961" y="20600"/>
                    <a:pt x="19961" y="20600"/>
                    <a:pt x="21594" y="18879"/>
                  </a:cubicBezTo>
                  <a:lnTo>
                    <a:pt x="22587" y="19784"/>
                  </a:lnTo>
                  <a:lnTo>
                    <a:pt x="24646" y="19181"/>
                  </a:lnTo>
                  <a:lnTo>
                    <a:pt x="28762" y="24788"/>
                  </a:lnTo>
                  <a:lnTo>
                    <a:pt x="24930" y="23971"/>
                  </a:lnTo>
                  <a:lnTo>
                    <a:pt x="24930" y="23971"/>
                  </a:lnTo>
                  <a:lnTo>
                    <a:pt x="26544" y="25746"/>
                  </a:lnTo>
                  <a:cubicBezTo>
                    <a:pt x="28177" y="25604"/>
                    <a:pt x="29507" y="24930"/>
                    <a:pt x="30182" y="23209"/>
                  </a:cubicBezTo>
                  <a:cubicBezTo>
                    <a:pt x="29738" y="22747"/>
                    <a:pt x="29365" y="22321"/>
                    <a:pt x="28957" y="21949"/>
                  </a:cubicBezTo>
                  <a:cubicBezTo>
                    <a:pt x="28017" y="21150"/>
                    <a:pt x="27165" y="20352"/>
                    <a:pt x="27502" y="18400"/>
                  </a:cubicBezTo>
                  <a:lnTo>
                    <a:pt x="27502" y="18400"/>
                  </a:lnTo>
                  <a:cubicBezTo>
                    <a:pt x="28336" y="19678"/>
                    <a:pt x="28709" y="20902"/>
                    <a:pt x="29472" y="21239"/>
                  </a:cubicBezTo>
                  <a:cubicBezTo>
                    <a:pt x="30678" y="21771"/>
                    <a:pt x="30785" y="22641"/>
                    <a:pt x="30927" y="23617"/>
                  </a:cubicBezTo>
                  <a:cubicBezTo>
                    <a:pt x="31016" y="24255"/>
                    <a:pt x="30874" y="24965"/>
                    <a:pt x="31087" y="25551"/>
                  </a:cubicBezTo>
                  <a:cubicBezTo>
                    <a:pt x="31282" y="26083"/>
                    <a:pt x="31832" y="26473"/>
                    <a:pt x="32187" y="26952"/>
                  </a:cubicBezTo>
                  <a:cubicBezTo>
                    <a:pt x="32275" y="27077"/>
                    <a:pt x="32329" y="27236"/>
                    <a:pt x="32329" y="27396"/>
                  </a:cubicBezTo>
                  <a:lnTo>
                    <a:pt x="34369" y="26225"/>
                  </a:lnTo>
                  <a:cubicBezTo>
                    <a:pt x="33860" y="25322"/>
                    <a:pt x="33670" y="24632"/>
                    <a:pt x="34867" y="24632"/>
                  </a:cubicBezTo>
                  <a:cubicBezTo>
                    <a:pt x="34964" y="24632"/>
                    <a:pt x="35070" y="24636"/>
                    <a:pt x="35185" y="24646"/>
                  </a:cubicBezTo>
                  <a:cubicBezTo>
                    <a:pt x="35416" y="25462"/>
                    <a:pt x="35718" y="26189"/>
                    <a:pt x="35753" y="26917"/>
                  </a:cubicBezTo>
                  <a:cubicBezTo>
                    <a:pt x="35859" y="28390"/>
                    <a:pt x="37013" y="29011"/>
                    <a:pt x="38024" y="29224"/>
                  </a:cubicBezTo>
                  <a:cubicBezTo>
                    <a:pt x="38126" y="29247"/>
                    <a:pt x="38227" y="29254"/>
                    <a:pt x="38330" y="29254"/>
                  </a:cubicBezTo>
                  <a:cubicBezTo>
                    <a:pt x="38476" y="29254"/>
                    <a:pt x="38623" y="29240"/>
                    <a:pt x="38773" y="29240"/>
                  </a:cubicBezTo>
                  <a:cubicBezTo>
                    <a:pt x="39073" y="29240"/>
                    <a:pt x="39384" y="29296"/>
                    <a:pt x="39710" y="29632"/>
                  </a:cubicBezTo>
                  <a:cubicBezTo>
                    <a:pt x="39812" y="29734"/>
                    <a:pt x="39986" y="29769"/>
                    <a:pt x="40202" y="29769"/>
                  </a:cubicBezTo>
                  <a:cubicBezTo>
                    <a:pt x="40620" y="29769"/>
                    <a:pt x="41193" y="29637"/>
                    <a:pt x="41697" y="29614"/>
                  </a:cubicBezTo>
                  <a:lnTo>
                    <a:pt x="41697" y="29614"/>
                  </a:lnTo>
                  <a:cubicBezTo>
                    <a:pt x="41182" y="31175"/>
                    <a:pt x="41608" y="32825"/>
                    <a:pt x="39657" y="33517"/>
                  </a:cubicBezTo>
                  <a:cubicBezTo>
                    <a:pt x="37368" y="32683"/>
                    <a:pt x="34369" y="33198"/>
                    <a:pt x="32488" y="30608"/>
                  </a:cubicBezTo>
                  <a:cubicBezTo>
                    <a:pt x="32240" y="30253"/>
                    <a:pt x="31388" y="30306"/>
                    <a:pt x="30820" y="30217"/>
                  </a:cubicBezTo>
                  <a:cubicBezTo>
                    <a:pt x="30607" y="30217"/>
                    <a:pt x="30395" y="30270"/>
                    <a:pt x="30182" y="30324"/>
                  </a:cubicBezTo>
                  <a:lnTo>
                    <a:pt x="29507" y="32151"/>
                  </a:lnTo>
                  <a:cubicBezTo>
                    <a:pt x="27875" y="31246"/>
                    <a:pt x="26686" y="29969"/>
                    <a:pt x="25373" y="29259"/>
                  </a:cubicBezTo>
                  <a:cubicBezTo>
                    <a:pt x="23918" y="28496"/>
                    <a:pt x="23794" y="27431"/>
                    <a:pt x="23794" y="26456"/>
                  </a:cubicBezTo>
                  <a:cubicBezTo>
                    <a:pt x="23808" y="24745"/>
                    <a:pt x="23906" y="24354"/>
                    <a:pt x="23055" y="24354"/>
                  </a:cubicBezTo>
                  <a:cubicBezTo>
                    <a:pt x="22802" y="24354"/>
                    <a:pt x="22466" y="24388"/>
                    <a:pt x="22020" y="24433"/>
                  </a:cubicBezTo>
                  <a:cubicBezTo>
                    <a:pt x="21712" y="24458"/>
                    <a:pt x="21377" y="24558"/>
                    <a:pt x="21074" y="24558"/>
                  </a:cubicBezTo>
                  <a:cubicBezTo>
                    <a:pt x="20958" y="24558"/>
                    <a:pt x="20846" y="24543"/>
                    <a:pt x="20742" y="24504"/>
                  </a:cubicBezTo>
                  <a:cubicBezTo>
                    <a:pt x="20157" y="24291"/>
                    <a:pt x="19678" y="23670"/>
                    <a:pt x="19092" y="23546"/>
                  </a:cubicBezTo>
                  <a:cubicBezTo>
                    <a:pt x="19019" y="23530"/>
                    <a:pt x="18944" y="23524"/>
                    <a:pt x="18868" y="23524"/>
                  </a:cubicBezTo>
                  <a:cubicBezTo>
                    <a:pt x="18388" y="23524"/>
                    <a:pt x="17849" y="23788"/>
                    <a:pt x="17363" y="23788"/>
                  </a:cubicBezTo>
                  <a:cubicBezTo>
                    <a:pt x="17305" y="23788"/>
                    <a:pt x="17249" y="23784"/>
                    <a:pt x="17193" y="23776"/>
                  </a:cubicBezTo>
                  <a:cubicBezTo>
                    <a:pt x="17025" y="23751"/>
                    <a:pt x="16855" y="23741"/>
                    <a:pt x="16686" y="23741"/>
                  </a:cubicBezTo>
                  <a:cubicBezTo>
                    <a:pt x="15885" y="23741"/>
                    <a:pt x="15077" y="23971"/>
                    <a:pt x="14280" y="23971"/>
                  </a:cubicBezTo>
                  <a:cubicBezTo>
                    <a:pt x="13809" y="23971"/>
                    <a:pt x="13342" y="23890"/>
                    <a:pt x="12882" y="23634"/>
                  </a:cubicBezTo>
                  <a:cubicBezTo>
                    <a:pt x="12688" y="23891"/>
                    <a:pt x="12389" y="23939"/>
                    <a:pt x="12067" y="23939"/>
                  </a:cubicBezTo>
                  <a:cubicBezTo>
                    <a:pt x="11878" y="23939"/>
                    <a:pt x="11682" y="23923"/>
                    <a:pt x="11494" y="23923"/>
                  </a:cubicBezTo>
                  <a:cubicBezTo>
                    <a:pt x="11005" y="23923"/>
                    <a:pt x="10573" y="24032"/>
                    <a:pt x="10486" y="24823"/>
                  </a:cubicBezTo>
                  <a:cubicBezTo>
                    <a:pt x="8943" y="25125"/>
                    <a:pt x="8925" y="26935"/>
                    <a:pt x="7594" y="27644"/>
                  </a:cubicBezTo>
                  <a:cubicBezTo>
                    <a:pt x="6636" y="28159"/>
                    <a:pt x="5270" y="28461"/>
                    <a:pt x="4720" y="29365"/>
                  </a:cubicBezTo>
                  <a:cubicBezTo>
                    <a:pt x="3992" y="30554"/>
                    <a:pt x="2733" y="30874"/>
                    <a:pt x="1899" y="31779"/>
                  </a:cubicBezTo>
                  <a:cubicBezTo>
                    <a:pt x="1420" y="32311"/>
                    <a:pt x="1100" y="33021"/>
                    <a:pt x="692" y="33695"/>
                  </a:cubicBezTo>
                  <a:lnTo>
                    <a:pt x="2058" y="34529"/>
                  </a:lnTo>
                  <a:lnTo>
                    <a:pt x="0" y="40331"/>
                  </a:lnTo>
                  <a:cubicBezTo>
                    <a:pt x="568" y="41839"/>
                    <a:pt x="1828" y="42460"/>
                    <a:pt x="1579" y="43844"/>
                  </a:cubicBezTo>
                  <a:cubicBezTo>
                    <a:pt x="1526" y="44093"/>
                    <a:pt x="4542" y="47659"/>
                    <a:pt x="4720" y="47677"/>
                  </a:cubicBezTo>
                  <a:cubicBezTo>
                    <a:pt x="6407" y="47823"/>
                    <a:pt x="7973" y="48589"/>
                    <a:pt x="9698" y="48589"/>
                  </a:cubicBezTo>
                  <a:cubicBezTo>
                    <a:pt x="10059" y="48589"/>
                    <a:pt x="10428" y="48555"/>
                    <a:pt x="10806" y="48475"/>
                  </a:cubicBezTo>
                  <a:cubicBezTo>
                    <a:pt x="10987" y="48438"/>
                    <a:pt x="11194" y="48420"/>
                    <a:pt x="11413" y="48420"/>
                  </a:cubicBezTo>
                  <a:cubicBezTo>
                    <a:pt x="12352" y="48420"/>
                    <a:pt x="13516" y="48748"/>
                    <a:pt x="13875" y="49309"/>
                  </a:cubicBezTo>
                  <a:cubicBezTo>
                    <a:pt x="14692" y="50587"/>
                    <a:pt x="15916" y="50622"/>
                    <a:pt x="17140" y="51048"/>
                  </a:cubicBezTo>
                  <a:lnTo>
                    <a:pt x="16076" y="56140"/>
                  </a:lnTo>
                  <a:cubicBezTo>
                    <a:pt x="17477" y="57542"/>
                    <a:pt x="16874" y="59405"/>
                    <a:pt x="17513" y="60896"/>
                  </a:cubicBezTo>
                  <a:cubicBezTo>
                    <a:pt x="17939" y="61907"/>
                    <a:pt x="17566" y="62439"/>
                    <a:pt x="17105" y="63291"/>
                  </a:cubicBezTo>
                  <a:cubicBezTo>
                    <a:pt x="16484" y="64409"/>
                    <a:pt x="14922" y="65544"/>
                    <a:pt x="15526" y="66751"/>
                  </a:cubicBezTo>
                  <a:cubicBezTo>
                    <a:pt x="16359" y="68454"/>
                    <a:pt x="16218" y="70264"/>
                    <a:pt x="16218" y="71879"/>
                  </a:cubicBezTo>
                  <a:cubicBezTo>
                    <a:pt x="16218" y="73795"/>
                    <a:pt x="17726" y="75427"/>
                    <a:pt x="16697" y="77361"/>
                  </a:cubicBezTo>
                  <a:cubicBezTo>
                    <a:pt x="17566" y="77539"/>
                    <a:pt x="18134" y="77610"/>
                    <a:pt x="18684" y="77787"/>
                  </a:cubicBezTo>
                  <a:cubicBezTo>
                    <a:pt x="19160" y="77941"/>
                    <a:pt x="19615" y="78007"/>
                    <a:pt x="20054" y="78007"/>
                  </a:cubicBezTo>
                  <a:cubicBezTo>
                    <a:pt x="21942" y="78007"/>
                    <a:pt x="23543" y="76798"/>
                    <a:pt x="25284" y="76208"/>
                  </a:cubicBezTo>
                  <a:cubicBezTo>
                    <a:pt x="25497" y="74416"/>
                    <a:pt x="27183" y="74310"/>
                    <a:pt x="28336" y="73671"/>
                  </a:cubicBezTo>
                  <a:cubicBezTo>
                    <a:pt x="29472" y="73032"/>
                    <a:pt x="29064" y="71826"/>
                    <a:pt x="29436" y="71240"/>
                  </a:cubicBezTo>
                  <a:cubicBezTo>
                    <a:pt x="30359" y="70814"/>
                    <a:pt x="31051" y="70495"/>
                    <a:pt x="31761" y="70175"/>
                  </a:cubicBezTo>
                  <a:cubicBezTo>
                    <a:pt x="32701" y="69750"/>
                    <a:pt x="34032" y="69998"/>
                    <a:pt x="34351" y="68472"/>
                  </a:cubicBezTo>
                  <a:cubicBezTo>
                    <a:pt x="34564" y="67407"/>
                    <a:pt x="35593" y="66680"/>
                    <a:pt x="35682" y="65456"/>
                  </a:cubicBezTo>
                  <a:cubicBezTo>
                    <a:pt x="35789" y="64196"/>
                    <a:pt x="36179" y="62972"/>
                    <a:pt x="36427" y="61783"/>
                  </a:cubicBezTo>
                  <a:cubicBezTo>
                    <a:pt x="38255" y="60576"/>
                    <a:pt x="39869" y="58979"/>
                    <a:pt x="41786" y="58376"/>
                  </a:cubicBezTo>
                  <a:cubicBezTo>
                    <a:pt x="44997" y="57365"/>
                    <a:pt x="46843" y="55306"/>
                    <a:pt x="48156" y="52432"/>
                  </a:cubicBezTo>
                  <a:cubicBezTo>
                    <a:pt x="47847" y="52304"/>
                    <a:pt x="47534" y="52259"/>
                    <a:pt x="47221" y="52259"/>
                  </a:cubicBezTo>
                  <a:cubicBezTo>
                    <a:pt x="46487" y="52259"/>
                    <a:pt x="45750" y="52505"/>
                    <a:pt x="45050" y="52505"/>
                  </a:cubicBezTo>
                  <a:cubicBezTo>
                    <a:pt x="44519" y="52505"/>
                    <a:pt x="44011" y="52363"/>
                    <a:pt x="43542" y="51864"/>
                  </a:cubicBezTo>
                  <a:cubicBezTo>
                    <a:pt x="44838" y="50108"/>
                    <a:pt x="44909" y="50037"/>
                    <a:pt x="46293" y="49859"/>
                  </a:cubicBezTo>
                  <a:cubicBezTo>
                    <a:pt x="49646" y="49451"/>
                    <a:pt x="52822" y="48599"/>
                    <a:pt x="55395" y="46222"/>
                  </a:cubicBezTo>
                  <a:cubicBezTo>
                    <a:pt x="55484" y="45760"/>
                    <a:pt x="55697" y="45281"/>
                    <a:pt x="55643" y="44838"/>
                  </a:cubicBezTo>
                  <a:cubicBezTo>
                    <a:pt x="55519" y="44022"/>
                    <a:pt x="55359" y="43205"/>
                    <a:pt x="55164" y="42389"/>
                  </a:cubicBezTo>
                  <a:lnTo>
                    <a:pt x="54224" y="42886"/>
                  </a:lnTo>
                  <a:lnTo>
                    <a:pt x="53887" y="41254"/>
                  </a:lnTo>
                  <a:lnTo>
                    <a:pt x="53017" y="42655"/>
                  </a:lnTo>
                  <a:cubicBezTo>
                    <a:pt x="51775" y="40810"/>
                    <a:pt x="49327" y="39763"/>
                    <a:pt x="49735" y="36906"/>
                  </a:cubicBezTo>
                  <a:lnTo>
                    <a:pt x="49735" y="36906"/>
                  </a:lnTo>
                  <a:cubicBezTo>
                    <a:pt x="51738" y="37643"/>
                    <a:pt x="51709" y="40841"/>
                    <a:pt x="54224" y="40841"/>
                  </a:cubicBezTo>
                  <a:cubicBezTo>
                    <a:pt x="54315" y="40841"/>
                    <a:pt x="54410" y="40836"/>
                    <a:pt x="54508" y="40828"/>
                  </a:cubicBezTo>
                  <a:cubicBezTo>
                    <a:pt x="55927" y="42620"/>
                    <a:pt x="57968" y="43134"/>
                    <a:pt x="59831" y="43365"/>
                  </a:cubicBezTo>
                  <a:lnTo>
                    <a:pt x="61091" y="47286"/>
                  </a:lnTo>
                  <a:lnTo>
                    <a:pt x="62244" y="46683"/>
                  </a:lnTo>
                  <a:lnTo>
                    <a:pt x="61215" y="57010"/>
                  </a:lnTo>
                  <a:cubicBezTo>
                    <a:pt x="61641" y="57382"/>
                    <a:pt x="62102" y="57613"/>
                    <a:pt x="62208" y="57950"/>
                  </a:cubicBezTo>
                  <a:cubicBezTo>
                    <a:pt x="62350" y="58411"/>
                    <a:pt x="62226" y="58944"/>
                    <a:pt x="62226" y="59547"/>
                  </a:cubicBezTo>
                  <a:cubicBezTo>
                    <a:pt x="64054" y="58323"/>
                    <a:pt x="61783" y="56531"/>
                    <a:pt x="63397" y="55164"/>
                  </a:cubicBezTo>
                  <a:cubicBezTo>
                    <a:pt x="64338" y="54348"/>
                    <a:pt x="63894" y="52503"/>
                    <a:pt x="65420" y="51421"/>
                  </a:cubicBezTo>
                  <a:cubicBezTo>
                    <a:pt x="66236" y="50835"/>
                    <a:pt x="66627" y="49575"/>
                    <a:pt x="67407" y="48670"/>
                  </a:cubicBezTo>
                  <a:cubicBezTo>
                    <a:pt x="71098" y="31370"/>
                    <a:pt x="63805" y="13556"/>
                    <a:pt x="49451" y="3265"/>
                  </a:cubicBezTo>
                  <a:lnTo>
                    <a:pt x="47836" y="4223"/>
                  </a:lnTo>
                  <a:lnTo>
                    <a:pt x="47286" y="3425"/>
                  </a:lnTo>
                  <a:lnTo>
                    <a:pt x="45068" y="5465"/>
                  </a:lnTo>
                  <a:lnTo>
                    <a:pt x="44802" y="2963"/>
                  </a:lnTo>
                  <a:cubicBezTo>
                    <a:pt x="44483" y="4383"/>
                    <a:pt x="44412" y="5554"/>
                    <a:pt x="43383" y="6193"/>
                  </a:cubicBezTo>
                  <a:lnTo>
                    <a:pt x="41094" y="4844"/>
                  </a:lnTo>
                  <a:lnTo>
                    <a:pt x="41253" y="4702"/>
                  </a:lnTo>
                  <a:lnTo>
                    <a:pt x="43436" y="4525"/>
                  </a:lnTo>
                  <a:cubicBezTo>
                    <a:pt x="43312" y="3975"/>
                    <a:pt x="43329" y="3673"/>
                    <a:pt x="43205" y="3567"/>
                  </a:cubicBezTo>
                  <a:cubicBezTo>
                    <a:pt x="41857" y="2502"/>
                    <a:pt x="40153" y="1934"/>
                    <a:pt x="38929" y="657"/>
                  </a:cubicBezTo>
                  <a:cubicBezTo>
                    <a:pt x="38787" y="497"/>
                    <a:pt x="38592" y="390"/>
                    <a:pt x="38379" y="319"/>
                  </a:cubicBezTo>
                  <a:cubicBezTo>
                    <a:pt x="37729" y="119"/>
                    <a:pt x="37080" y="1"/>
                    <a:pt x="3643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21;p53">
              <a:extLst>
                <a:ext uri="{FF2B5EF4-FFF2-40B4-BE49-F238E27FC236}">
                  <a16:creationId xmlns:a16="http://schemas.microsoft.com/office/drawing/2014/main" id="{C9D5FBC3-F486-2EF7-F52E-FC8E79DCE80F}"/>
                </a:ext>
              </a:extLst>
            </p:cNvPr>
            <p:cNvSpPr/>
            <p:nvPr/>
          </p:nvSpPr>
          <p:spPr>
            <a:xfrm>
              <a:off x="6032245" y="3317811"/>
              <a:ext cx="62149" cy="151155"/>
            </a:xfrm>
            <a:custGeom>
              <a:avLst/>
              <a:gdLst/>
              <a:ahLst/>
              <a:cxnLst/>
              <a:rect l="l" t="t" r="r" b="b"/>
              <a:pathLst>
                <a:path w="10771" h="26208" extrusionOk="0">
                  <a:moveTo>
                    <a:pt x="266" y="1"/>
                  </a:moveTo>
                  <a:lnTo>
                    <a:pt x="266" y="1"/>
                  </a:lnTo>
                  <a:cubicBezTo>
                    <a:pt x="0" y="9316"/>
                    <a:pt x="2679" y="18489"/>
                    <a:pt x="7914" y="26208"/>
                  </a:cubicBezTo>
                  <a:lnTo>
                    <a:pt x="9014" y="25995"/>
                  </a:lnTo>
                  <a:cubicBezTo>
                    <a:pt x="9954" y="24078"/>
                    <a:pt x="9617" y="22073"/>
                    <a:pt x="9475" y="20068"/>
                  </a:cubicBezTo>
                  <a:cubicBezTo>
                    <a:pt x="9422" y="19412"/>
                    <a:pt x="9120" y="18347"/>
                    <a:pt x="9386" y="18188"/>
                  </a:cubicBezTo>
                  <a:cubicBezTo>
                    <a:pt x="10753" y="17336"/>
                    <a:pt x="10274" y="15881"/>
                    <a:pt x="10770" y="14834"/>
                  </a:cubicBezTo>
                  <a:cubicBezTo>
                    <a:pt x="9777" y="13415"/>
                    <a:pt x="8890" y="12137"/>
                    <a:pt x="7328" y="11161"/>
                  </a:cubicBezTo>
                  <a:cubicBezTo>
                    <a:pt x="5270" y="9901"/>
                    <a:pt x="3194" y="8216"/>
                    <a:pt x="3247" y="5235"/>
                  </a:cubicBezTo>
                  <a:cubicBezTo>
                    <a:pt x="3265" y="4649"/>
                    <a:pt x="2999" y="3709"/>
                    <a:pt x="2591" y="3514"/>
                  </a:cubicBezTo>
                  <a:cubicBezTo>
                    <a:pt x="1295" y="2893"/>
                    <a:pt x="479" y="1562"/>
                    <a:pt x="408" y="604"/>
                  </a:cubicBezTo>
                  <a:cubicBezTo>
                    <a:pt x="373" y="391"/>
                    <a:pt x="337" y="196"/>
                    <a:pt x="26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22;p53">
              <a:extLst>
                <a:ext uri="{FF2B5EF4-FFF2-40B4-BE49-F238E27FC236}">
                  <a16:creationId xmlns:a16="http://schemas.microsoft.com/office/drawing/2014/main" id="{8A1646FF-B8EC-7A27-A6DB-9F8E0454FF53}"/>
                </a:ext>
              </a:extLst>
            </p:cNvPr>
            <p:cNvSpPr/>
            <p:nvPr/>
          </p:nvSpPr>
          <p:spPr>
            <a:xfrm>
              <a:off x="6189159" y="3073176"/>
              <a:ext cx="117131" cy="35868"/>
            </a:xfrm>
            <a:custGeom>
              <a:avLst/>
              <a:gdLst/>
              <a:ahLst/>
              <a:cxnLst/>
              <a:rect l="l" t="t" r="r" b="b"/>
              <a:pathLst>
                <a:path w="20300" h="6219" extrusionOk="0">
                  <a:moveTo>
                    <a:pt x="17629" y="0"/>
                  </a:moveTo>
                  <a:cubicBezTo>
                    <a:pt x="12187" y="0"/>
                    <a:pt x="6775" y="976"/>
                    <a:pt x="1651" y="2882"/>
                  </a:cubicBezTo>
                  <a:cubicBezTo>
                    <a:pt x="1207" y="3344"/>
                    <a:pt x="764" y="3823"/>
                    <a:pt x="302" y="4266"/>
                  </a:cubicBezTo>
                  <a:cubicBezTo>
                    <a:pt x="1" y="4568"/>
                    <a:pt x="231" y="5402"/>
                    <a:pt x="214" y="6218"/>
                  </a:cubicBezTo>
                  <a:cubicBezTo>
                    <a:pt x="1402" y="5473"/>
                    <a:pt x="2201" y="4834"/>
                    <a:pt x="3141" y="4408"/>
                  </a:cubicBezTo>
                  <a:cubicBezTo>
                    <a:pt x="5525" y="3347"/>
                    <a:pt x="8003" y="2632"/>
                    <a:pt x="10607" y="2632"/>
                  </a:cubicBezTo>
                  <a:cubicBezTo>
                    <a:pt x="11182" y="2632"/>
                    <a:pt x="11763" y="2666"/>
                    <a:pt x="12350" y="2740"/>
                  </a:cubicBezTo>
                  <a:cubicBezTo>
                    <a:pt x="12586" y="2362"/>
                    <a:pt x="12876" y="2257"/>
                    <a:pt x="13186" y="2257"/>
                  </a:cubicBezTo>
                  <a:cubicBezTo>
                    <a:pt x="13571" y="2257"/>
                    <a:pt x="13986" y="2419"/>
                    <a:pt x="14364" y="2419"/>
                  </a:cubicBezTo>
                  <a:cubicBezTo>
                    <a:pt x="14550" y="2419"/>
                    <a:pt x="14727" y="2379"/>
                    <a:pt x="14887" y="2261"/>
                  </a:cubicBezTo>
                  <a:cubicBezTo>
                    <a:pt x="16502" y="1072"/>
                    <a:pt x="18472" y="718"/>
                    <a:pt x="20299" y="79"/>
                  </a:cubicBezTo>
                  <a:cubicBezTo>
                    <a:pt x="19409" y="26"/>
                    <a:pt x="18519" y="0"/>
                    <a:pt x="1762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23;p53">
              <a:extLst>
                <a:ext uri="{FF2B5EF4-FFF2-40B4-BE49-F238E27FC236}">
                  <a16:creationId xmlns:a16="http://schemas.microsoft.com/office/drawing/2014/main" id="{80D6CFCD-66F5-3741-2873-F55CFA69BFF5}"/>
                </a:ext>
              </a:extLst>
            </p:cNvPr>
            <p:cNvSpPr/>
            <p:nvPr/>
          </p:nvSpPr>
          <p:spPr>
            <a:xfrm>
              <a:off x="6123036" y="3116815"/>
              <a:ext cx="22734" cy="17095"/>
            </a:xfrm>
            <a:custGeom>
              <a:avLst/>
              <a:gdLst/>
              <a:ahLst/>
              <a:cxnLst/>
              <a:rect l="l" t="t" r="r" b="b"/>
              <a:pathLst>
                <a:path w="3940" h="2964" extrusionOk="0">
                  <a:moveTo>
                    <a:pt x="3940" y="1"/>
                  </a:moveTo>
                  <a:lnTo>
                    <a:pt x="3940" y="1"/>
                  </a:lnTo>
                  <a:cubicBezTo>
                    <a:pt x="2573" y="923"/>
                    <a:pt x="1260" y="1899"/>
                    <a:pt x="1" y="2964"/>
                  </a:cubicBezTo>
                  <a:cubicBezTo>
                    <a:pt x="1651" y="2839"/>
                    <a:pt x="2964" y="2094"/>
                    <a:pt x="3656" y="568"/>
                  </a:cubicBezTo>
                  <a:cubicBezTo>
                    <a:pt x="3744" y="373"/>
                    <a:pt x="3833" y="196"/>
                    <a:pt x="394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24;p53">
              <a:extLst>
                <a:ext uri="{FF2B5EF4-FFF2-40B4-BE49-F238E27FC236}">
                  <a16:creationId xmlns:a16="http://schemas.microsoft.com/office/drawing/2014/main" id="{2D5DA259-C165-032D-2F94-D0CAB85BFA58}"/>
                </a:ext>
              </a:extLst>
            </p:cNvPr>
            <p:cNvSpPr/>
            <p:nvPr/>
          </p:nvSpPr>
          <p:spPr>
            <a:xfrm>
              <a:off x="6099493" y="3152223"/>
              <a:ext cx="3999" cy="4205"/>
            </a:xfrm>
            <a:custGeom>
              <a:avLst/>
              <a:gdLst/>
              <a:ahLst/>
              <a:cxnLst/>
              <a:rect l="l" t="t" r="r" b="b"/>
              <a:pathLst>
                <a:path w="693" h="729" extrusionOk="0">
                  <a:moveTo>
                    <a:pt x="693" y="1"/>
                  </a:moveTo>
                  <a:cubicBezTo>
                    <a:pt x="462" y="231"/>
                    <a:pt x="231" y="480"/>
                    <a:pt x="1" y="728"/>
                  </a:cubicBezTo>
                  <a:cubicBezTo>
                    <a:pt x="284" y="533"/>
                    <a:pt x="533" y="285"/>
                    <a:pt x="6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25;p53">
              <a:extLst>
                <a:ext uri="{FF2B5EF4-FFF2-40B4-BE49-F238E27FC236}">
                  <a16:creationId xmlns:a16="http://schemas.microsoft.com/office/drawing/2014/main" id="{87C806C2-9E66-305F-433A-A43D24232DDA}"/>
                </a:ext>
              </a:extLst>
            </p:cNvPr>
            <p:cNvSpPr/>
            <p:nvPr/>
          </p:nvSpPr>
          <p:spPr>
            <a:xfrm>
              <a:off x="6350890" y="3500386"/>
              <a:ext cx="45156" cy="42581"/>
            </a:xfrm>
            <a:custGeom>
              <a:avLst/>
              <a:gdLst/>
              <a:ahLst/>
              <a:cxnLst/>
              <a:rect l="l" t="t" r="r" b="b"/>
              <a:pathLst>
                <a:path w="7826" h="7383" extrusionOk="0">
                  <a:moveTo>
                    <a:pt x="7648" y="1"/>
                  </a:moveTo>
                  <a:lnTo>
                    <a:pt x="7648" y="1"/>
                  </a:lnTo>
                  <a:cubicBezTo>
                    <a:pt x="6488" y="417"/>
                    <a:pt x="5728" y="1543"/>
                    <a:pt x="4541" y="1543"/>
                  </a:cubicBezTo>
                  <a:cubicBezTo>
                    <a:pt x="4311" y="1543"/>
                    <a:pt x="4065" y="1501"/>
                    <a:pt x="3797" y="1403"/>
                  </a:cubicBezTo>
                  <a:cubicBezTo>
                    <a:pt x="3766" y="1397"/>
                    <a:pt x="3735" y="1395"/>
                    <a:pt x="3704" y="1395"/>
                  </a:cubicBezTo>
                  <a:cubicBezTo>
                    <a:pt x="3523" y="1395"/>
                    <a:pt x="3348" y="1482"/>
                    <a:pt x="3212" y="1633"/>
                  </a:cubicBezTo>
                  <a:cubicBezTo>
                    <a:pt x="2520" y="3567"/>
                    <a:pt x="142" y="4490"/>
                    <a:pt x="0" y="7045"/>
                  </a:cubicBezTo>
                  <a:lnTo>
                    <a:pt x="1633" y="7382"/>
                  </a:lnTo>
                  <a:cubicBezTo>
                    <a:pt x="2662" y="6353"/>
                    <a:pt x="3655" y="5306"/>
                    <a:pt x="4844" y="4419"/>
                  </a:cubicBezTo>
                  <a:cubicBezTo>
                    <a:pt x="6211" y="3390"/>
                    <a:pt x="7825" y="2219"/>
                    <a:pt x="764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26;p53">
              <a:extLst>
                <a:ext uri="{FF2B5EF4-FFF2-40B4-BE49-F238E27FC236}">
                  <a16:creationId xmlns:a16="http://schemas.microsoft.com/office/drawing/2014/main" id="{345289E4-6D81-47F3-43BA-FC3D8D7F5933}"/>
                </a:ext>
              </a:extLst>
            </p:cNvPr>
            <p:cNvSpPr/>
            <p:nvPr/>
          </p:nvSpPr>
          <p:spPr>
            <a:xfrm>
              <a:off x="6263064" y="3138409"/>
              <a:ext cx="28469" cy="38688"/>
            </a:xfrm>
            <a:custGeom>
              <a:avLst/>
              <a:gdLst/>
              <a:ahLst/>
              <a:cxnLst/>
              <a:rect l="l" t="t" r="r" b="b"/>
              <a:pathLst>
                <a:path w="4934" h="6708" extrusionOk="0">
                  <a:moveTo>
                    <a:pt x="2094" y="0"/>
                  </a:moveTo>
                  <a:lnTo>
                    <a:pt x="2094" y="0"/>
                  </a:lnTo>
                  <a:cubicBezTo>
                    <a:pt x="0" y="1420"/>
                    <a:pt x="3052" y="2467"/>
                    <a:pt x="1988" y="4454"/>
                  </a:cubicBezTo>
                  <a:lnTo>
                    <a:pt x="817" y="4756"/>
                  </a:lnTo>
                  <a:cubicBezTo>
                    <a:pt x="1243" y="6707"/>
                    <a:pt x="2822" y="6228"/>
                    <a:pt x="3851" y="6619"/>
                  </a:cubicBezTo>
                  <a:lnTo>
                    <a:pt x="4933" y="5430"/>
                  </a:lnTo>
                  <a:cubicBezTo>
                    <a:pt x="4685" y="3993"/>
                    <a:pt x="2768" y="2875"/>
                    <a:pt x="4206" y="1207"/>
                  </a:cubicBezTo>
                  <a:cubicBezTo>
                    <a:pt x="3883" y="979"/>
                    <a:pt x="3846" y="221"/>
                    <a:pt x="3400" y="221"/>
                  </a:cubicBezTo>
                  <a:cubicBezTo>
                    <a:pt x="3257" y="221"/>
                    <a:pt x="3072" y="299"/>
                    <a:pt x="2822" y="497"/>
                  </a:cubicBezTo>
                  <a:cubicBezTo>
                    <a:pt x="2815" y="502"/>
                    <a:pt x="2807" y="505"/>
                    <a:pt x="2796" y="505"/>
                  </a:cubicBezTo>
                  <a:cubicBezTo>
                    <a:pt x="2667" y="505"/>
                    <a:pt x="2259" y="115"/>
                    <a:pt x="20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27;p53">
              <a:extLst>
                <a:ext uri="{FF2B5EF4-FFF2-40B4-BE49-F238E27FC236}">
                  <a16:creationId xmlns:a16="http://schemas.microsoft.com/office/drawing/2014/main" id="{4159B87C-F6EB-4938-3A95-C1A428DB8123}"/>
                </a:ext>
              </a:extLst>
            </p:cNvPr>
            <p:cNvSpPr/>
            <p:nvPr/>
          </p:nvSpPr>
          <p:spPr>
            <a:xfrm>
              <a:off x="6251907" y="3097504"/>
              <a:ext cx="26011" cy="13686"/>
            </a:xfrm>
            <a:custGeom>
              <a:avLst/>
              <a:gdLst/>
              <a:ahLst/>
              <a:cxnLst/>
              <a:rect l="l" t="t" r="r" b="b"/>
              <a:pathLst>
                <a:path w="4508" h="2373" extrusionOk="0">
                  <a:moveTo>
                    <a:pt x="1606" y="0"/>
                  </a:moveTo>
                  <a:cubicBezTo>
                    <a:pt x="1091" y="0"/>
                    <a:pt x="558" y="171"/>
                    <a:pt x="0" y="723"/>
                  </a:cubicBezTo>
                  <a:cubicBezTo>
                    <a:pt x="430" y="1555"/>
                    <a:pt x="972" y="2195"/>
                    <a:pt x="1679" y="2195"/>
                  </a:cubicBezTo>
                  <a:cubicBezTo>
                    <a:pt x="1906" y="2195"/>
                    <a:pt x="2151" y="2129"/>
                    <a:pt x="2414" y="1982"/>
                  </a:cubicBezTo>
                  <a:cubicBezTo>
                    <a:pt x="2981" y="1663"/>
                    <a:pt x="4507" y="2373"/>
                    <a:pt x="4064" y="456"/>
                  </a:cubicBezTo>
                  <a:lnTo>
                    <a:pt x="4064" y="456"/>
                  </a:lnTo>
                  <a:cubicBezTo>
                    <a:pt x="4046" y="457"/>
                    <a:pt x="4028" y="457"/>
                    <a:pt x="4010" y="457"/>
                  </a:cubicBezTo>
                  <a:cubicBezTo>
                    <a:pt x="3239" y="457"/>
                    <a:pt x="2447" y="0"/>
                    <a:pt x="160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28;p53">
              <a:extLst>
                <a:ext uri="{FF2B5EF4-FFF2-40B4-BE49-F238E27FC236}">
                  <a16:creationId xmlns:a16="http://schemas.microsoft.com/office/drawing/2014/main" id="{26C8ABF0-0409-4DC0-CCFC-A9B3A127D813}"/>
                </a:ext>
              </a:extLst>
            </p:cNvPr>
            <p:cNvSpPr/>
            <p:nvPr/>
          </p:nvSpPr>
          <p:spPr>
            <a:xfrm>
              <a:off x="6251498" y="3152108"/>
              <a:ext cx="21609" cy="17008"/>
            </a:xfrm>
            <a:custGeom>
              <a:avLst/>
              <a:gdLst/>
              <a:ahLst/>
              <a:cxnLst/>
              <a:rect l="l" t="t" r="r" b="b"/>
              <a:pathLst>
                <a:path w="3745" h="2949" extrusionOk="0">
                  <a:moveTo>
                    <a:pt x="1345" y="1"/>
                  </a:moveTo>
                  <a:cubicBezTo>
                    <a:pt x="985" y="1"/>
                    <a:pt x="770" y="142"/>
                    <a:pt x="568" y="429"/>
                  </a:cubicBezTo>
                  <a:cubicBezTo>
                    <a:pt x="213" y="943"/>
                    <a:pt x="249" y="1706"/>
                    <a:pt x="0" y="2948"/>
                  </a:cubicBezTo>
                  <a:lnTo>
                    <a:pt x="3744" y="695"/>
                  </a:lnTo>
                  <a:cubicBezTo>
                    <a:pt x="2515" y="235"/>
                    <a:pt x="1810" y="1"/>
                    <a:pt x="13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629;p53">
              <a:extLst>
                <a:ext uri="{FF2B5EF4-FFF2-40B4-BE49-F238E27FC236}">
                  <a16:creationId xmlns:a16="http://schemas.microsoft.com/office/drawing/2014/main" id="{B577BC07-F129-4F85-40FA-D393E59D6040}"/>
                </a:ext>
              </a:extLst>
            </p:cNvPr>
            <p:cNvSpPr/>
            <p:nvPr/>
          </p:nvSpPr>
          <p:spPr>
            <a:xfrm>
              <a:off x="6000718" y="3070557"/>
              <a:ext cx="587865" cy="517731"/>
            </a:xfrm>
            <a:custGeom>
              <a:avLst/>
              <a:gdLst/>
              <a:ahLst/>
              <a:cxnLst/>
              <a:rect l="l" t="t" r="r" b="b"/>
              <a:pathLst>
                <a:path w="101883" h="89767" extrusionOk="0">
                  <a:moveTo>
                    <a:pt x="50267" y="444"/>
                  </a:moveTo>
                  <a:cubicBezTo>
                    <a:pt x="55590" y="462"/>
                    <a:pt x="60878" y="1384"/>
                    <a:pt x="65881" y="3177"/>
                  </a:cubicBezTo>
                  <a:cubicBezTo>
                    <a:pt x="89445" y="11622"/>
                    <a:pt x="101883" y="37138"/>
                    <a:pt x="93614" y="60186"/>
                  </a:cubicBezTo>
                  <a:cubicBezTo>
                    <a:pt x="87173" y="78160"/>
                    <a:pt x="70033" y="89321"/>
                    <a:pt x="51598" y="89321"/>
                  </a:cubicBezTo>
                  <a:cubicBezTo>
                    <a:pt x="46275" y="89321"/>
                    <a:pt x="41005" y="88381"/>
                    <a:pt x="36002" y="86588"/>
                  </a:cubicBezTo>
                  <a:cubicBezTo>
                    <a:pt x="12421" y="78143"/>
                    <a:pt x="0" y="52628"/>
                    <a:pt x="8251" y="29597"/>
                  </a:cubicBezTo>
                  <a:cubicBezTo>
                    <a:pt x="14692" y="11605"/>
                    <a:pt x="31850" y="444"/>
                    <a:pt x="50267" y="444"/>
                  </a:cubicBezTo>
                  <a:close/>
                  <a:moveTo>
                    <a:pt x="50267" y="0"/>
                  </a:moveTo>
                  <a:cubicBezTo>
                    <a:pt x="45672" y="0"/>
                    <a:pt x="41094" y="692"/>
                    <a:pt x="36711" y="2041"/>
                  </a:cubicBezTo>
                  <a:cubicBezTo>
                    <a:pt x="32364" y="3372"/>
                    <a:pt x="28265" y="5359"/>
                    <a:pt x="24504" y="7896"/>
                  </a:cubicBezTo>
                  <a:cubicBezTo>
                    <a:pt x="11640" y="16644"/>
                    <a:pt x="4347" y="31531"/>
                    <a:pt x="5341" y="47056"/>
                  </a:cubicBezTo>
                  <a:cubicBezTo>
                    <a:pt x="5714" y="52858"/>
                    <a:pt x="7222" y="58536"/>
                    <a:pt x="9777" y="63753"/>
                  </a:cubicBezTo>
                  <a:cubicBezTo>
                    <a:pt x="12350" y="69022"/>
                    <a:pt x="15898" y="73760"/>
                    <a:pt x="20245" y="77681"/>
                  </a:cubicBezTo>
                  <a:cubicBezTo>
                    <a:pt x="28930" y="85568"/>
                    <a:pt x="40125" y="89766"/>
                    <a:pt x="51538" y="89766"/>
                  </a:cubicBezTo>
                  <a:cubicBezTo>
                    <a:pt x="56096" y="89766"/>
                    <a:pt x="60690" y="89097"/>
                    <a:pt x="65172" y="87724"/>
                  </a:cubicBezTo>
                  <a:cubicBezTo>
                    <a:pt x="69501" y="86376"/>
                    <a:pt x="73618" y="84406"/>
                    <a:pt x="77361" y="81851"/>
                  </a:cubicBezTo>
                  <a:cubicBezTo>
                    <a:pt x="90225" y="73121"/>
                    <a:pt x="97518" y="58234"/>
                    <a:pt x="96524" y="42709"/>
                  </a:cubicBezTo>
                  <a:cubicBezTo>
                    <a:pt x="96152" y="36907"/>
                    <a:pt x="94643" y="31229"/>
                    <a:pt x="92088" y="26012"/>
                  </a:cubicBezTo>
                  <a:cubicBezTo>
                    <a:pt x="89533" y="20743"/>
                    <a:pt x="85985" y="16005"/>
                    <a:pt x="81620" y="12084"/>
                  </a:cubicBezTo>
                  <a:cubicBezTo>
                    <a:pt x="73032" y="4330"/>
                    <a:pt x="61854" y="36"/>
                    <a:pt x="5028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8812;p54">
            <a:extLst>
              <a:ext uri="{FF2B5EF4-FFF2-40B4-BE49-F238E27FC236}">
                <a16:creationId xmlns:a16="http://schemas.microsoft.com/office/drawing/2014/main" id="{65753600-1AA3-B8B6-DFD5-BE80278D3496}"/>
              </a:ext>
            </a:extLst>
          </p:cNvPr>
          <p:cNvGrpSpPr/>
          <p:nvPr/>
        </p:nvGrpSpPr>
        <p:grpSpPr>
          <a:xfrm>
            <a:off x="5423337" y="349343"/>
            <a:ext cx="2173232" cy="763729"/>
            <a:chOff x="6894650" y="2574740"/>
            <a:chExt cx="1445100" cy="492111"/>
          </a:xfrm>
        </p:grpSpPr>
        <p:sp>
          <p:nvSpPr>
            <p:cNvPr id="20" name="Google Shape;8813;p54">
              <a:extLst>
                <a:ext uri="{FF2B5EF4-FFF2-40B4-BE49-F238E27FC236}">
                  <a16:creationId xmlns:a16="http://schemas.microsoft.com/office/drawing/2014/main" id="{3D1F120D-81E2-9C9B-C3F1-F5BF35F02C0F}"/>
                </a:ext>
              </a:extLst>
            </p:cNvPr>
            <p:cNvSpPr/>
            <p:nvPr/>
          </p:nvSpPr>
          <p:spPr>
            <a:xfrm>
              <a:off x="7151862" y="2854413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814;p54">
              <a:extLst>
                <a:ext uri="{FF2B5EF4-FFF2-40B4-BE49-F238E27FC236}">
                  <a16:creationId xmlns:a16="http://schemas.microsoft.com/office/drawing/2014/main" id="{D3967AE4-B205-4DFD-C93D-B614132E205D}"/>
                </a:ext>
              </a:extLst>
            </p:cNvPr>
            <p:cNvSpPr/>
            <p:nvPr/>
          </p:nvSpPr>
          <p:spPr>
            <a:xfrm>
              <a:off x="7664213" y="2854413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815;p54">
              <a:extLst>
                <a:ext uri="{FF2B5EF4-FFF2-40B4-BE49-F238E27FC236}">
                  <a16:creationId xmlns:a16="http://schemas.microsoft.com/office/drawing/2014/main" id="{F9A00395-E17B-D3A9-9D02-1C1FF1A46343}"/>
                </a:ext>
              </a:extLst>
            </p:cNvPr>
            <p:cNvSpPr/>
            <p:nvPr/>
          </p:nvSpPr>
          <p:spPr>
            <a:xfrm>
              <a:off x="6895687" y="2575804"/>
              <a:ext cx="420489" cy="212471"/>
            </a:xfrm>
            <a:custGeom>
              <a:avLst/>
              <a:gdLst/>
              <a:ahLst/>
              <a:cxnLst/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16;p54">
              <a:extLst>
                <a:ext uri="{FF2B5EF4-FFF2-40B4-BE49-F238E27FC236}">
                  <a16:creationId xmlns:a16="http://schemas.microsoft.com/office/drawing/2014/main" id="{B4ABC7C1-A634-048E-E6F4-0196440B233A}"/>
                </a:ext>
              </a:extLst>
            </p:cNvPr>
            <p:cNvSpPr/>
            <p:nvPr/>
          </p:nvSpPr>
          <p:spPr>
            <a:xfrm>
              <a:off x="7399530" y="2574740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17;p54">
              <a:extLst>
                <a:ext uri="{FF2B5EF4-FFF2-40B4-BE49-F238E27FC236}">
                  <a16:creationId xmlns:a16="http://schemas.microsoft.com/office/drawing/2014/main" id="{50094717-C0D2-8C32-448E-D0412A20A455}"/>
                </a:ext>
              </a:extLst>
            </p:cNvPr>
            <p:cNvSpPr/>
            <p:nvPr/>
          </p:nvSpPr>
          <p:spPr>
            <a:xfrm>
              <a:off x="7911880" y="2574740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" name="Google Shape;8818;p54">
              <a:extLst>
                <a:ext uri="{FF2B5EF4-FFF2-40B4-BE49-F238E27FC236}">
                  <a16:creationId xmlns:a16="http://schemas.microsoft.com/office/drawing/2014/main" id="{A417ADF6-752F-0E28-06A2-DCE795B7262C}"/>
                </a:ext>
              </a:extLst>
            </p:cNvPr>
            <p:cNvCxnSpPr/>
            <p:nvPr/>
          </p:nvCxnSpPr>
          <p:spPr>
            <a:xfrm>
              <a:off x="6894650" y="2821921"/>
              <a:ext cx="1445100" cy="0"/>
            </a:xfrm>
            <a:prstGeom prst="straightConnector1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4330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44"/>
          <p:cNvSpPr txBox="1">
            <a:spLocks noGrp="1"/>
          </p:cNvSpPr>
          <p:nvPr>
            <p:ph type="ctrTitle"/>
          </p:nvPr>
        </p:nvSpPr>
        <p:spPr>
          <a:xfrm>
            <a:off x="711736" y="630186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Verificarea Configuratiei Bluetooth:</a:t>
            </a:r>
            <a:endParaRPr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BA4E3E6-D74A-50C1-DE88-BEC2F49F8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2" y="1304209"/>
            <a:ext cx="7256701" cy="858215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4484BE70-4823-290B-4670-30798B594900}"/>
              </a:ext>
            </a:extLst>
          </p:cNvPr>
          <p:cNvSpPr txBox="1"/>
          <p:nvPr/>
        </p:nvSpPr>
        <p:spPr>
          <a:xfrm>
            <a:off x="772844" y="2550072"/>
            <a:ext cx="33340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solidFill>
                  <a:schemeClr val="bg1"/>
                </a:solidFill>
                <a:highlight>
                  <a:srgbClr val="008080"/>
                </a:highlight>
              </a:rPr>
              <a:t>Aceasta este o directivă de preprocesor care verifică dacă Bluetooth-</a:t>
            </a:r>
            <a:r>
              <a:rPr lang="ro-RO" dirty="0" err="1">
                <a:solidFill>
                  <a:schemeClr val="bg1"/>
                </a:solidFill>
                <a:highlight>
                  <a:srgbClr val="008080"/>
                </a:highlight>
              </a:rPr>
              <a:t>ul</a:t>
            </a:r>
            <a:r>
              <a:rPr lang="ro-RO" dirty="0">
                <a:solidFill>
                  <a:schemeClr val="bg1"/>
                </a:solidFill>
                <a:highlight>
                  <a:srgbClr val="008080"/>
                </a:highlight>
              </a:rPr>
              <a:t> este activat în configurarea proiectului. Dacă nu este, va da o eroare la compilare.</a:t>
            </a:r>
          </a:p>
        </p:txBody>
      </p:sp>
      <p:pic>
        <p:nvPicPr>
          <p:cNvPr id="6" name="Imagine 5" descr="O imagine care conține simbol, Grafică, siglă, Font&#10;&#10;Descriere generată automat">
            <a:extLst>
              <a:ext uri="{FF2B5EF4-FFF2-40B4-BE49-F238E27FC236}">
                <a16:creationId xmlns:a16="http://schemas.microsoft.com/office/drawing/2014/main" id="{3D49C83D-C9CD-8BD3-9E28-ACE34A6DE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734" y="2506718"/>
            <a:ext cx="1864623" cy="18646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9"/>
          <p:cNvSpPr txBox="1">
            <a:spLocks noGrp="1"/>
          </p:cNvSpPr>
          <p:nvPr>
            <p:ph type="ctrTitle" idx="4"/>
          </p:nvPr>
        </p:nvSpPr>
        <p:spPr>
          <a:xfrm>
            <a:off x="336018" y="520529"/>
            <a:ext cx="6153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Numelui</a:t>
            </a:r>
            <a:r>
              <a:rPr lang="en-US" dirty="0"/>
              <a:t> </a:t>
            </a:r>
            <a:r>
              <a:rPr lang="en-US" dirty="0" err="1"/>
              <a:t>Serverului</a:t>
            </a:r>
            <a:r>
              <a:rPr lang="en-US" dirty="0"/>
              <a:t> Bluetooth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Initializarea</a:t>
            </a:r>
            <a:r>
              <a:rPr lang="en-US" dirty="0"/>
              <a:t> Bluetooth Serial</a:t>
            </a:r>
            <a:endParaRPr dirty="0"/>
          </a:p>
        </p:txBody>
      </p:sp>
      <p:cxnSp>
        <p:nvCxnSpPr>
          <p:cNvPr id="594" name="Google Shape;594;p29"/>
          <p:cNvCxnSpPr>
            <a:cxnSpLocks/>
          </p:cNvCxnSpPr>
          <p:nvPr/>
        </p:nvCxnSpPr>
        <p:spPr>
          <a:xfrm rot="16200000" flipH="1">
            <a:off x="6758972" y="2961604"/>
            <a:ext cx="3401815" cy="596222"/>
          </a:xfrm>
          <a:prstGeom prst="bentConnector3">
            <a:avLst>
              <a:gd name="adj1" fmla="val 60976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29"/>
          <p:cNvSpPr/>
          <p:nvPr/>
        </p:nvSpPr>
        <p:spPr>
          <a:xfrm flipV="1">
            <a:off x="336018" y="3258395"/>
            <a:ext cx="282806" cy="269204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8636819" y="1813513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Imagine 15">
            <a:extLst>
              <a:ext uri="{FF2B5EF4-FFF2-40B4-BE49-F238E27FC236}">
                <a16:creationId xmlns:a16="http://schemas.microsoft.com/office/drawing/2014/main" id="{1880F250-1FFC-A194-7803-0C7D44A74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25" y="1161414"/>
            <a:ext cx="4294978" cy="1029336"/>
          </a:xfrm>
          <a:prstGeom prst="rect">
            <a:avLst/>
          </a:prstGeom>
        </p:spPr>
      </p:pic>
      <p:sp>
        <p:nvSpPr>
          <p:cNvPr id="18" name="CasetăText 17">
            <a:extLst>
              <a:ext uri="{FF2B5EF4-FFF2-40B4-BE49-F238E27FC236}">
                <a16:creationId xmlns:a16="http://schemas.microsoft.com/office/drawing/2014/main" id="{0A86F982-CF65-C21B-992B-A161751A60F6}"/>
              </a:ext>
            </a:extLst>
          </p:cNvPr>
          <p:cNvSpPr txBox="1"/>
          <p:nvPr/>
        </p:nvSpPr>
        <p:spPr>
          <a:xfrm>
            <a:off x="5029150" y="1558808"/>
            <a:ext cx="30468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o-RO" sz="2000" dirty="0">
                <a:solidFill>
                  <a:schemeClr val="bg1">
                    <a:lumMod val="95000"/>
                  </a:schemeClr>
                </a:solidFill>
                <a:latin typeface="Advent Pro SemiBold" panose="020B0604020202020204" charset="0"/>
              </a:rPr>
              <a:t>Definirea numelui serverului Bluetooth și inițializarea unui obiect </a:t>
            </a:r>
            <a:r>
              <a:rPr lang="ro-RO" sz="2000" dirty="0" err="1">
                <a:solidFill>
                  <a:schemeClr val="bg1">
                    <a:lumMod val="95000"/>
                  </a:schemeClr>
                </a:solidFill>
                <a:latin typeface="Advent Pro SemiBold" panose="020B0604020202020204" charset="0"/>
              </a:rPr>
              <a:t>BluetoothSerial</a:t>
            </a:r>
            <a:r>
              <a:rPr lang="ro-RO" sz="2000" dirty="0">
                <a:solidFill>
                  <a:schemeClr val="bg1">
                    <a:lumMod val="95000"/>
                  </a:schemeClr>
                </a:solidFill>
                <a:latin typeface="Advent Pro SemiBold" panose="020B0604020202020204" charset="0"/>
              </a:rPr>
              <a:t>. De asemenea, data este un șir de caractere ce va stoca datele primite</a:t>
            </a:r>
            <a:r>
              <a:rPr lang="ro-RO" sz="2000" dirty="0"/>
              <a:t>.</a:t>
            </a:r>
          </a:p>
        </p:txBody>
      </p:sp>
      <p:pic>
        <p:nvPicPr>
          <p:cNvPr id="21" name="Imagine 20" descr="O imagine care conține Grafică, simbol, captură de ecran, Albastru electric&#10;&#10;Descriere generată automat">
            <a:extLst>
              <a:ext uri="{FF2B5EF4-FFF2-40B4-BE49-F238E27FC236}">
                <a16:creationId xmlns:a16="http://schemas.microsoft.com/office/drawing/2014/main" id="{35855C22-0049-17BA-0FC9-E015F9028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532" y="2682194"/>
            <a:ext cx="1940777" cy="1940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>
            <a:extLst>
              <a:ext uri="{FF2B5EF4-FFF2-40B4-BE49-F238E27FC236}">
                <a16:creationId xmlns:a16="http://schemas.microsoft.com/office/drawing/2014/main" id="{06A8EE5C-7329-D533-2FD6-67D209A7DC5B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215238" y="99059"/>
            <a:ext cx="5393082" cy="457200"/>
          </a:xfrm>
        </p:spPr>
        <p:txBody>
          <a:bodyPr/>
          <a:lstStyle/>
          <a:p>
            <a:pPr algn="l"/>
            <a:r>
              <a:rPr lang="en-US" u="sng" dirty="0" err="1"/>
              <a:t>Functia</a:t>
            </a:r>
            <a:r>
              <a:rPr lang="en-US" u="sng" dirty="0"/>
              <a:t> de </a:t>
            </a:r>
            <a:r>
              <a:rPr lang="en-US" u="sng" dirty="0" err="1"/>
              <a:t>Primire</a:t>
            </a:r>
            <a:r>
              <a:rPr lang="en-US" u="sng" dirty="0"/>
              <a:t> Date </a:t>
            </a:r>
            <a:r>
              <a:rPr lang="en-US" u="sng" dirty="0" err="1"/>
              <a:t>prin</a:t>
            </a:r>
            <a:r>
              <a:rPr lang="en-US" u="sng" dirty="0"/>
              <a:t> Bluetooth:</a:t>
            </a:r>
            <a:endParaRPr lang="ro-RO" u="sng" dirty="0"/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FE5A6BF9-83AC-9F51-00A0-8FE20FF7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2" y="701040"/>
            <a:ext cx="3901733" cy="4290060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92E89C42-E27D-D41D-B6D3-CC3F04741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701039"/>
            <a:ext cx="3520440" cy="430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282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ine 8">
            <a:extLst>
              <a:ext uri="{FF2B5EF4-FFF2-40B4-BE49-F238E27FC236}">
                <a16:creationId xmlns:a16="http://schemas.microsoft.com/office/drawing/2014/main" id="{1A3C29AF-E97F-C760-414F-8FA9DD2B7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4" y="144342"/>
            <a:ext cx="4659316" cy="4816278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6B19692E-A8CC-A8F4-F298-26ED1922F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440" y="989960"/>
            <a:ext cx="3832860" cy="2031325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Această funcție gestionează datele primite prin Bluetooth.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Citeste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 datele primite, le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deserializaează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 folosind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ArduinoJson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 și execută acțiuni în funcție de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action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 (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getNetworks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,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connect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,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getData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  <a:t>).</a:t>
            </a:r>
            <a:b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Maven Pro" panose="020B0604020202020204" charset="0"/>
              </a:rPr>
            </a:b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Maven Pro" panose="020B0604020202020204" charset="0"/>
            </a:endParaRPr>
          </a:p>
        </p:txBody>
      </p:sp>
      <p:pic>
        <p:nvPicPr>
          <p:cNvPr id="25" name="Imagine 24" descr="O imagine care conține captură de ecran, clipart, desen animat, cerc&#10;&#10;Descriere generată automat">
            <a:extLst>
              <a:ext uri="{FF2B5EF4-FFF2-40B4-BE49-F238E27FC236}">
                <a16:creationId xmlns:a16="http://schemas.microsoft.com/office/drawing/2014/main" id="{2D85B784-2572-3120-D856-9B60FAF5F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90" y="3215640"/>
            <a:ext cx="1440180" cy="14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081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0"/>
          <p:cNvSpPr txBox="1">
            <a:spLocks noGrp="1"/>
          </p:cNvSpPr>
          <p:nvPr>
            <p:ph type="ctrTitle" idx="8"/>
          </p:nvPr>
        </p:nvSpPr>
        <p:spPr>
          <a:xfrm>
            <a:off x="621630" y="411675"/>
            <a:ext cx="5888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 dirty="0"/>
              <a:t>Functia</a:t>
            </a:r>
            <a:r>
              <a:rPr lang="en" sz="3000" dirty="0"/>
              <a:t> </a:t>
            </a:r>
            <a:r>
              <a:rPr lang="en" dirty="0">
                <a:highlight>
                  <a:srgbClr val="008080"/>
                </a:highlight>
              </a:rPr>
              <a:t>setup</a:t>
            </a:r>
            <a:r>
              <a:rPr lang="en" sz="3000" dirty="0"/>
              <a:t> </a:t>
            </a:r>
            <a:r>
              <a:rPr lang="en" sz="3000" u="sng" dirty="0"/>
              <a:t>si functia</a:t>
            </a:r>
            <a:r>
              <a:rPr lang="en" sz="3000" dirty="0"/>
              <a:t> </a:t>
            </a:r>
            <a:r>
              <a:rPr lang="en" sz="3000" dirty="0">
                <a:highlight>
                  <a:srgbClr val="0000FF"/>
                </a:highlight>
              </a:rPr>
              <a:t>loop</a:t>
            </a:r>
            <a:r>
              <a:rPr lang="en" sz="3000" dirty="0"/>
              <a:t> :</a:t>
            </a:r>
            <a:endParaRPr sz="3000" dirty="0">
              <a:highlight>
                <a:srgbClr val="008080"/>
              </a:highlight>
            </a:endParaRPr>
          </a:p>
        </p:txBody>
      </p:sp>
      <p:sp>
        <p:nvSpPr>
          <p:cNvPr id="604" name="Google Shape;604;p30"/>
          <p:cNvSpPr txBox="1">
            <a:spLocks noGrp="1"/>
          </p:cNvSpPr>
          <p:nvPr>
            <p:ph type="subTitle" idx="7"/>
          </p:nvPr>
        </p:nvSpPr>
        <p:spPr>
          <a:xfrm>
            <a:off x="6086369" y="3521450"/>
            <a:ext cx="2688218" cy="5461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Funcția </a:t>
            </a:r>
            <a:r>
              <a:rPr lang="ro-RO" dirty="0" err="1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loop</a:t>
            </a:r>
            <a:r>
              <a:rPr lang="ro-RO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 verifică dacă sunt date disponibile pe Bluetooth și, dacă sunt, apelează funcția </a:t>
            </a:r>
            <a:r>
              <a:rPr lang="ro-RO" dirty="0" err="1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receivedData</a:t>
            </a:r>
            <a:r>
              <a:rPr lang="ro-RO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 pentru a le procesa.</a:t>
            </a:r>
            <a:endParaRPr dirty="0">
              <a:solidFill>
                <a:schemeClr val="bg1">
                  <a:lumMod val="95000"/>
                </a:schemeClr>
              </a:solidFill>
              <a:highlight>
                <a:srgbClr val="0000FF"/>
              </a:highlight>
            </a:endParaRPr>
          </a:p>
        </p:txBody>
      </p:sp>
      <p:grpSp>
        <p:nvGrpSpPr>
          <p:cNvPr id="617" name="Google Shape;617;p30"/>
          <p:cNvGrpSpPr/>
          <p:nvPr/>
        </p:nvGrpSpPr>
        <p:grpSpPr>
          <a:xfrm>
            <a:off x="5072712" y="3212678"/>
            <a:ext cx="402156" cy="456781"/>
            <a:chOff x="5357662" y="4297637"/>
            <a:chExt cx="287275" cy="326296"/>
          </a:xfrm>
        </p:grpSpPr>
        <p:sp>
          <p:nvSpPr>
            <p:cNvPr id="618" name="Google Shape;618;p30"/>
            <p:cNvSpPr/>
            <p:nvPr/>
          </p:nvSpPr>
          <p:spPr>
            <a:xfrm>
              <a:off x="5357662" y="4385545"/>
              <a:ext cx="287275" cy="238388"/>
            </a:xfrm>
            <a:custGeom>
              <a:avLst/>
              <a:gdLst/>
              <a:ahLst/>
              <a:cxnLst/>
              <a:rect l="l" t="t" r="r" b="b"/>
              <a:pathLst>
                <a:path w="9026" h="7490" extrusionOk="0">
                  <a:moveTo>
                    <a:pt x="2906" y="5573"/>
                  </a:moveTo>
                  <a:lnTo>
                    <a:pt x="2906" y="7144"/>
                  </a:lnTo>
                  <a:lnTo>
                    <a:pt x="322" y="7144"/>
                  </a:lnTo>
                  <a:lnTo>
                    <a:pt x="322" y="5573"/>
                  </a:lnTo>
                  <a:close/>
                  <a:moveTo>
                    <a:pt x="5799" y="3037"/>
                  </a:moveTo>
                  <a:lnTo>
                    <a:pt x="5799" y="7144"/>
                  </a:lnTo>
                  <a:lnTo>
                    <a:pt x="3227" y="7144"/>
                  </a:lnTo>
                  <a:lnTo>
                    <a:pt x="3227" y="5406"/>
                  </a:lnTo>
                  <a:lnTo>
                    <a:pt x="3227" y="3037"/>
                  </a:lnTo>
                  <a:close/>
                  <a:moveTo>
                    <a:pt x="5966" y="1"/>
                  </a:moveTo>
                  <a:cubicBezTo>
                    <a:pt x="5882" y="1"/>
                    <a:pt x="5799" y="72"/>
                    <a:pt x="5799" y="167"/>
                  </a:cubicBezTo>
                  <a:lnTo>
                    <a:pt x="5799" y="2727"/>
                  </a:lnTo>
                  <a:lnTo>
                    <a:pt x="3061" y="2727"/>
                  </a:lnTo>
                  <a:cubicBezTo>
                    <a:pt x="2977" y="2727"/>
                    <a:pt x="2906" y="2799"/>
                    <a:pt x="2906" y="2894"/>
                  </a:cubicBezTo>
                  <a:lnTo>
                    <a:pt x="2906" y="5251"/>
                  </a:lnTo>
                  <a:lnTo>
                    <a:pt x="156" y="5251"/>
                  </a:lnTo>
                  <a:cubicBezTo>
                    <a:pt x="72" y="5251"/>
                    <a:pt x="1" y="5335"/>
                    <a:pt x="1" y="5418"/>
                  </a:cubicBezTo>
                  <a:lnTo>
                    <a:pt x="1" y="7323"/>
                  </a:lnTo>
                  <a:cubicBezTo>
                    <a:pt x="1" y="7418"/>
                    <a:pt x="72" y="7490"/>
                    <a:pt x="156" y="7490"/>
                  </a:cubicBezTo>
                  <a:lnTo>
                    <a:pt x="8871" y="7490"/>
                  </a:lnTo>
                  <a:cubicBezTo>
                    <a:pt x="8954" y="7490"/>
                    <a:pt x="9026" y="7418"/>
                    <a:pt x="9026" y="7323"/>
                  </a:cubicBezTo>
                  <a:lnTo>
                    <a:pt x="9026" y="1417"/>
                  </a:lnTo>
                  <a:cubicBezTo>
                    <a:pt x="9026" y="1322"/>
                    <a:pt x="8954" y="1251"/>
                    <a:pt x="8871" y="1251"/>
                  </a:cubicBezTo>
                  <a:cubicBezTo>
                    <a:pt x="8776" y="1251"/>
                    <a:pt x="8704" y="1322"/>
                    <a:pt x="8704" y="1417"/>
                  </a:cubicBezTo>
                  <a:lnTo>
                    <a:pt x="8704" y="7144"/>
                  </a:lnTo>
                  <a:lnTo>
                    <a:pt x="6132" y="7144"/>
                  </a:lnTo>
                  <a:lnTo>
                    <a:pt x="6132" y="2870"/>
                  </a:lnTo>
                  <a:lnTo>
                    <a:pt x="6132" y="310"/>
                  </a:lnTo>
                  <a:lnTo>
                    <a:pt x="8704" y="310"/>
                  </a:lnTo>
                  <a:lnTo>
                    <a:pt x="8704" y="763"/>
                  </a:lnTo>
                  <a:cubicBezTo>
                    <a:pt x="8704" y="846"/>
                    <a:pt x="8776" y="929"/>
                    <a:pt x="8871" y="929"/>
                  </a:cubicBezTo>
                  <a:cubicBezTo>
                    <a:pt x="8954" y="929"/>
                    <a:pt x="9026" y="846"/>
                    <a:pt x="9026" y="763"/>
                  </a:cubicBezTo>
                  <a:lnTo>
                    <a:pt x="9026" y="167"/>
                  </a:lnTo>
                  <a:cubicBezTo>
                    <a:pt x="9026" y="72"/>
                    <a:pt x="8954" y="1"/>
                    <a:pt x="88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5377363" y="4576542"/>
              <a:ext cx="62191" cy="10248"/>
            </a:xfrm>
            <a:custGeom>
              <a:avLst/>
              <a:gdLst/>
              <a:ahLst/>
              <a:cxnLst/>
              <a:rect l="l" t="t" r="r" b="b"/>
              <a:pathLst>
                <a:path w="1954" h="322" extrusionOk="0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1787" y="322"/>
                  </a:lnTo>
                  <a:cubicBezTo>
                    <a:pt x="1882" y="322"/>
                    <a:pt x="1953" y="250"/>
                    <a:pt x="1953" y="167"/>
                  </a:cubicBezTo>
                  <a:cubicBezTo>
                    <a:pt x="1953" y="72"/>
                    <a:pt x="1882" y="0"/>
                    <a:pt x="1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5470204" y="4495827"/>
              <a:ext cx="62191" cy="10630"/>
            </a:xfrm>
            <a:custGeom>
              <a:avLst/>
              <a:gdLst/>
              <a:ahLst/>
              <a:cxnLst/>
              <a:rect l="l" t="t" r="r" b="b"/>
              <a:pathLst>
                <a:path w="1954" h="334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cubicBezTo>
                    <a:pt x="1" y="262"/>
                    <a:pt x="84" y="334"/>
                    <a:pt x="168" y="334"/>
                  </a:cubicBezTo>
                  <a:lnTo>
                    <a:pt x="1787" y="334"/>
                  </a:lnTo>
                  <a:cubicBezTo>
                    <a:pt x="1882" y="334"/>
                    <a:pt x="1954" y="262"/>
                    <a:pt x="1954" y="167"/>
                  </a:cubicBezTo>
                  <a:cubicBezTo>
                    <a:pt x="1954" y="84"/>
                    <a:pt x="1882" y="0"/>
                    <a:pt x="1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5562694" y="4409798"/>
              <a:ext cx="62159" cy="10280"/>
            </a:xfrm>
            <a:custGeom>
              <a:avLst/>
              <a:gdLst/>
              <a:ahLst/>
              <a:cxnLst/>
              <a:rect l="l" t="t" r="r" b="b"/>
              <a:pathLst>
                <a:path w="1953" h="323" extrusionOk="0">
                  <a:moveTo>
                    <a:pt x="167" y="1"/>
                  </a:moveTo>
                  <a:cubicBezTo>
                    <a:pt x="71" y="1"/>
                    <a:pt x="0" y="72"/>
                    <a:pt x="0" y="167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1786" y="322"/>
                  </a:lnTo>
                  <a:cubicBezTo>
                    <a:pt x="1881" y="322"/>
                    <a:pt x="1953" y="251"/>
                    <a:pt x="1953" y="167"/>
                  </a:cubicBezTo>
                  <a:cubicBezTo>
                    <a:pt x="1953" y="72"/>
                    <a:pt x="1881" y="1"/>
                    <a:pt x="17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5358043" y="4297637"/>
              <a:ext cx="238388" cy="237624"/>
            </a:xfrm>
            <a:custGeom>
              <a:avLst/>
              <a:gdLst/>
              <a:ahLst/>
              <a:cxnLst/>
              <a:rect l="l" t="t" r="r" b="b"/>
              <a:pathLst>
                <a:path w="7490" h="7466" extrusionOk="0">
                  <a:moveTo>
                    <a:pt x="6061" y="0"/>
                  </a:moveTo>
                  <a:cubicBezTo>
                    <a:pt x="5966" y="0"/>
                    <a:pt x="5894" y="72"/>
                    <a:pt x="5894" y="155"/>
                  </a:cubicBezTo>
                  <a:cubicBezTo>
                    <a:pt x="5894" y="250"/>
                    <a:pt x="5966" y="322"/>
                    <a:pt x="6061" y="322"/>
                  </a:cubicBezTo>
                  <a:lnTo>
                    <a:pt x="6942" y="322"/>
                  </a:lnTo>
                  <a:lnTo>
                    <a:pt x="60" y="7204"/>
                  </a:lnTo>
                  <a:cubicBezTo>
                    <a:pt x="1" y="7263"/>
                    <a:pt x="1" y="7358"/>
                    <a:pt x="60" y="7418"/>
                  </a:cubicBezTo>
                  <a:cubicBezTo>
                    <a:pt x="72" y="7454"/>
                    <a:pt x="120" y="7466"/>
                    <a:pt x="167" y="7466"/>
                  </a:cubicBezTo>
                  <a:cubicBezTo>
                    <a:pt x="215" y="7466"/>
                    <a:pt x="251" y="7454"/>
                    <a:pt x="286" y="7418"/>
                  </a:cubicBezTo>
                  <a:lnTo>
                    <a:pt x="7156" y="548"/>
                  </a:lnTo>
                  <a:lnTo>
                    <a:pt x="7156" y="1429"/>
                  </a:lnTo>
                  <a:cubicBezTo>
                    <a:pt x="7156" y="1512"/>
                    <a:pt x="7240" y="1584"/>
                    <a:pt x="7323" y="1584"/>
                  </a:cubicBezTo>
                  <a:cubicBezTo>
                    <a:pt x="7406" y="1584"/>
                    <a:pt x="7490" y="1512"/>
                    <a:pt x="7490" y="1429"/>
                  </a:cubicBezTo>
                  <a:lnTo>
                    <a:pt x="7490" y="155"/>
                  </a:lnTo>
                  <a:cubicBezTo>
                    <a:pt x="7490" y="72"/>
                    <a:pt x="7406" y="0"/>
                    <a:pt x="7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623;p30"/>
          <p:cNvGrpSpPr/>
          <p:nvPr/>
        </p:nvGrpSpPr>
        <p:grpSpPr>
          <a:xfrm>
            <a:off x="3630590" y="3198869"/>
            <a:ext cx="484361" cy="484405"/>
            <a:chOff x="4890434" y="4287389"/>
            <a:chExt cx="345997" cy="346029"/>
          </a:xfrm>
        </p:grpSpPr>
        <p:sp>
          <p:nvSpPr>
            <p:cNvPr id="624" name="Google Shape;624;p30"/>
            <p:cNvSpPr/>
            <p:nvPr/>
          </p:nvSpPr>
          <p:spPr>
            <a:xfrm>
              <a:off x="5111349" y="4400695"/>
              <a:ext cx="54998" cy="54998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58" y="346"/>
                  </a:moveTo>
                  <a:cubicBezTo>
                    <a:pt x="1144" y="346"/>
                    <a:pt x="1382" y="584"/>
                    <a:pt x="1382" y="870"/>
                  </a:cubicBezTo>
                  <a:cubicBezTo>
                    <a:pt x="1382" y="1144"/>
                    <a:pt x="1144" y="1382"/>
                    <a:pt x="858" y="1382"/>
                  </a:cubicBezTo>
                  <a:cubicBezTo>
                    <a:pt x="572" y="1382"/>
                    <a:pt x="346" y="1144"/>
                    <a:pt x="346" y="870"/>
                  </a:cubicBezTo>
                  <a:cubicBezTo>
                    <a:pt x="346" y="584"/>
                    <a:pt x="584" y="346"/>
                    <a:pt x="858" y="346"/>
                  </a:cubicBezTo>
                  <a:close/>
                  <a:moveTo>
                    <a:pt x="858" y="1"/>
                  </a:moveTo>
                  <a:cubicBezTo>
                    <a:pt x="382" y="1"/>
                    <a:pt x="1" y="394"/>
                    <a:pt x="1" y="870"/>
                  </a:cubicBezTo>
                  <a:cubicBezTo>
                    <a:pt x="1" y="1346"/>
                    <a:pt x="382" y="1727"/>
                    <a:pt x="858" y="1727"/>
                  </a:cubicBezTo>
                  <a:cubicBezTo>
                    <a:pt x="1334" y="1727"/>
                    <a:pt x="1727" y="1346"/>
                    <a:pt x="1727" y="870"/>
                  </a:cubicBezTo>
                  <a:cubicBezTo>
                    <a:pt x="1727" y="394"/>
                    <a:pt x="1334" y="1"/>
                    <a:pt x="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5113640" y="4466642"/>
              <a:ext cx="70498" cy="51179"/>
            </a:xfrm>
            <a:custGeom>
              <a:avLst/>
              <a:gdLst/>
              <a:ahLst/>
              <a:cxnLst/>
              <a:rect l="l" t="t" r="r" b="b"/>
              <a:pathLst>
                <a:path w="2215" h="1608" extrusionOk="0">
                  <a:moveTo>
                    <a:pt x="786" y="1"/>
                  </a:moveTo>
                  <a:cubicBezTo>
                    <a:pt x="548" y="1"/>
                    <a:pt x="333" y="60"/>
                    <a:pt x="119" y="167"/>
                  </a:cubicBezTo>
                  <a:cubicBezTo>
                    <a:pt x="36" y="203"/>
                    <a:pt x="0" y="310"/>
                    <a:pt x="48" y="405"/>
                  </a:cubicBezTo>
                  <a:cubicBezTo>
                    <a:pt x="73" y="463"/>
                    <a:pt x="132" y="498"/>
                    <a:pt x="198" y="498"/>
                  </a:cubicBezTo>
                  <a:cubicBezTo>
                    <a:pt x="226" y="498"/>
                    <a:pt x="257" y="491"/>
                    <a:pt x="286" y="477"/>
                  </a:cubicBezTo>
                  <a:cubicBezTo>
                    <a:pt x="429" y="382"/>
                    <a:pt x="607" y="346"/>
                    <a:pt x="786" y="346"/>
                  </a:cubicBezTo>
                  <a:cubicBezTo>
                    <a:pt x="1322" y="346"/>
                    <a:pt x="1774" y="727"/>
                    <a:pt x="1857" y="1251"/>
                  </a:cubicBezTo>
                  <a:lnTo>
                    <a:pt x="786" y="1251"/>
                  </a:lnTo>
                  <a:cubicBezTo>
                    <a:pt x="703" y="1251"/>
                    <a:pt x="607" y="1322"/>
                    <a:pt x="607" y="1429"/>
                  </a:cubicBezTo>
                  <a:cubicBezTo>
                    <a:pt x="607" y="1513"/>
                    <a:pt x="679" y="1608"/>
                    <a:pt x="786" y="1608"/>
                  </a:cubicBezTo>
                  <a:lnTo>
                    <a:pt x="2036" y="1608"/>
                  </a:lnTo>
                  <a:cubicBezTo>
                    <a:pt x="2131" y="1608"/>
                    <a:pt x="2215" y="1536"/>
                    <a:pt x="2215" y="1429"/>
                  </a:cubicBezTo>
                  <a:cubicBezTo>
                    <a:pt x="2215" y="643"/>
                    <a:pt x="1572" y="1"/>
                    <a:pt x="7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4943490" y="4467023"/>
              <a:ext cx="70880" cy="51179"/>
            </a:xfrm>
            <a:custGeom>
              <a:avLst/>
              <a:gdLst/>
              <a:ahLst/>
              <a:cxnLst/>
              <a:rect l="l" t="t" r="r" b="b"/>
              <a:pathLst>
                <a:path w="2227" h="1608" extrusionOk="0">
                  <a:moveTo>
                    <a:pt x="1429" y="0"/>
                  </a:moveTo>
                  <a:cubicBezTo>
                    <a:pt x="643" y="0"/>
                    <a:pt x="0" y="643"/>
                    <a:pt x="0" y="1429"/>
                  </a:cubicBezTo>
                  <a:cubicBezTo>
                    <a:pt x="0" y="1524"/>
                    <a:pt x="84" y="1608"/>
                    <a:pt x="179" y="1608"/>
                  </a:cubicBezTo>
                  <a:lnTo>
                    <a:pt x="1453" y="1608"/>
                  </a:lnTo>
                  <a:cubicBezTo>
                    <a:pt x="1536" y="1608"/>
                    <a:pt x="1631" y="1536"/>
                    <a:pt x="1631" y="1429"/>
                  </a:cubicBezTo>
                  <a:cubicBezTo>
                    <a:pt x="1608" y="1322"/>
                    <a:pt x="1536" y="1251"/>
                    <a:pt x="1453" y="1251"/>
                  </a:cubicBezTo>
                  <a:lnTo>
                    <a:pt x="357" y="1251"/>
                  </a:lnTo>
                  <a:cubicBezTo>
                    <a:pt x="453" y="727"/>
                    <a:pt x="893" y="346"/>
                    <a:pt x="1429" y="346"/>
                  </a:cubicBezTo>
                  <a:cubicBezTo>
                    <a:pt x="1608" y="346"/>
                    <a:pt x="1786" y="393"/>
                    <a:pt x="1941" y="477"/>
                  </a:cubicBezTo>
                  <a:cubicBezTo>
                    <a:pt x="1966" y="491"/>
                    <a:pt x="1994" y="498"/>
                    <a:pt x="2022" y="498"/>
                  </a:cubicBezTo>
                  <a:cubicBezTo>
                    <a:pt x="2084" y="498"/>
                    <a:pt x="2146" y="463"/>
                    <a:pt x="2179" y="405"/>
                  </a:cubicBezTo>
                  <a:cubicBezTo>
                    <a:pt x="2227" y="310"/>
                    <a:pt x="2191" y="215"/>
                    <a:pt x="2108" y="167"/>
                  </a:cubicBezTo>
                  <a:cubicBezTo>
                    <a:pt x="1893" y="60"/>
                    <a:pt x="166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4961282" y="4400695"/>
              <a:ext cx="54616" cy="54998"/>
            </a:xfrm>
            <a:custGeom>
              <a:avLst/>
              <a:gdLst/>
              <a:ahLst/>
              <a:cxnLst/>
              <a:rect l="l" t="t" r="r" b="b"/>
              <a:pathLst>
                <a:path w="1716" h="1728" extrusionOk="0">
                  <a:moveTo>
                    <a:pt x="858" y="346"/>
                  </a:moveTo>
                  <a:cubicBezTo>
                    <a:pt x="1144" y="346"/>
                    <a:pt x="1382" y="584"/>
                    <a:pt x="1382" y="870"/>
                  </a:cubicBezTo>
                  <a:cubicBezTo>
                    <a:pt x="1382" y="1144"/>
                    <a:pt x="1144" y="1382"/>
                    <a:pt x="858" y="1382"/>
                  </a:cubicBezTo>
                  <a:cubicBezTo>
                    <a:pt x="572" y="1382"/>
                    <a:pt x="334" y="1144"/>
                    <a:pt x="334" y="870"/>
                  </a:cubicBezTo>
                  <a:cubicBezTo>
                    <a:pt x="358" y="584"/>
                    <a:pt x="572" y="346"/>
                    <a:pt x="858" y="346"/>
                  </a:cubicBezTo>
                  <a:close/>
                  <a:moveTo>
                    <a:pt x="858" y="1"/>
                  </a:moveTo>
                  <a:cubicBezTo>
                    <a:pt x="382" y="1"/>
                    <a:pt x="1" y="394"/>
                    <a:pt x="1" y="870"/>
                  </a:cubicBezTo>
                  <a:cubicBezTo>
                    <a:pt x="1" y="1346"/>
                    <a:pt x="382" y="1727"/>
                    <a:pt x="858" y="1727"/>
                  </a:cubicBezTo>
                  <a:cubicBezTo>
                    <a:pt x="1334" y="1727"/>
                    <a:pt x="1715" y="1346"/>
                    <a:pt x="1715" y="870"/>
                  </a:cubicBezTo>
                  <a:cubicBezTo>
                    <a:pt x="1715" y="394"/>
                    <a:pt x="1334" y="1"/>
                    <a:pt x="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5028374" y="4386691"/>
              <a:ext cx="71262" cy="70880"/>
            </a:xfrm>
            <a:custGeom>
              <a:avLst/>
              <a:gdLst/>
              <a:ahLst/>
              <a:cxnLst/>
              <a:rect l="l" t="t" r="r" b="b"/>
              <a:pathLst>
                <a:path w="2239" h="2227" extrusionOk="0">
                  <a:moveTo>
                    <a:pt x="1119" y="358"/>
                  </a:moveTo>
                  <a:cubicBezTo>
                    <a:pt x="1536" y="358"/>
                    <a:pt x="1893" y="691"/>
                    <a:pt x="1893" y="1131"/>
                  </a:cubicBezTo>
                  <a:cubicBezTo>
                    <a:pt x="1893" y="1548"/>
                    <a:pt x="1548" y="1905"/>
                    <a:pt x="1119" y="1905"/>
                  </a:cubicBezTo>
                  <a:cubicBezTo>
                    <a:pt x="703" y="1905"/>
                    <a:pt x="345" y="1560"/>
                    <a:pt x="345" y="1131"/>
                  </a:cubicBezTo>
                  <a:cubicBezTo>
                    <a:pt x="345" y="691"/>
                    <a:pt x="679" y="358"/>
                    <a:pt x="1119" y="358"/>
                  </a:cubicBezTo>
                  <a:close/>
                  <a:moveTo>
                    <a:pt x="1119" y="0"/>
                  </a:moveTo>
                  <a:cubicBezTo>
                    <a:pt x="512" y="0"/>
                    <a:pt x="0" y="500"/>
                    <a:pt x="0" y="1108"/>
                  </a:cubicBezTo>
                  <a:cubicBezTo>
                    <a:pt x="0" y="1739"/>
                    <a:pt x="512" y="2227"/>
                    <a:pt x="1119" y="2227"/>
                  </a:cubicBezTo>
                  <a:cubicBezTo>
                    <a:pt x="1727" y="2227"/>
                    <a:pt x="2239" y="1727"/>
                    <a:pt x="2239" y="1108"/>
                  </a:cubicBezTo>
                  <a:cubicBezTo>
                    <a:pt x="2239" y="500"/>
                    <a:pt x="1727" y="0"/>
                    <a:pt x="1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5004122" y="4468901"/>
              <a:ext cx="120149" cy="65596"/>
            </a:xfrm>
            <a:custGeom>
              <a:avLst/>
              <a:gdLst/>
              <a:ahLst/>
              <a:cxnLst/>
              <a:rect l="l" t="t" r="r" b="b"/>
              <a:pathLst>
                <a:path w="3775" h="2061" extrusionOk="0">
                  <a:moveTo>
                    <a:pt x="1881" y="346"/>
                  </a:moveTo>
                  <a:cubicBezTo>
                    <a:pt x="2667" y="346"/>
                    <a:pt x="3322" y="942"/>
                    <a:pt x="3393" y="1704"/>
                  </a:cubicBezTo>
                  <a:lnTo>
                    <a:pt x="357" y="1704"/>
                  </a:lnTo>
                  <a:cubicBezTo>
                    <a:pt x="453" y="942"/>
                    <a:pt x="1096" y="346"/>
                    <a:pt x="1881" y="346"/>
                  </a:cubicBezTo>
                  <a:close/>
                  <a:moveTo>
                    <a:pt x="1881" y="1"/>
                  </a:moveTo>
                  <a:cubicBezTo>
                    <a:pt x="834" y="1"/>
                    <a:pt x="0" y="846"/>
                    <a:pt x="0" y="1882"/>
                  </a:cubicBezTo>
                  <a:cubicBezTo>
                    <a:pt x="0" y="1966"/>
                    <a:pt x="84" y="2061"/>
                    <a:pt x="179" y="2061"/>
                  </a:cubicBezTo>
                  <a:lnTo>
                    <a:pt x="3596" y="2061"/>
                  </a:lnTo>
                  <a:cubicBezTo>
                    <a:pt x="3679" y="2061"/>
                    <a:pt x="3774" y="1977"/>
                    <a:pt x="3774" y="1882"/>
                  </a:cubicBezTo>
                  <a:cubicBezTo>
                    <a:pt x="3751" y="834"/>
                    <a:pt x="2905" y="1"/>
                    <a:pt x="18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4890434" y="4287389"/>
              <a:ext cx="345997" cy="346029"/>
            </a:xfrm>
            <a:custGeom>
              <a:avLst/>
              <a:gdLst/>
              <a:ahLst/>
              <a:cxnLst/>
              <a:rect l="l" t="t" r="r" b="b"/>
              <a:pathLst>
                <a:path w="10871" h="10872" extrusionOk="0">
                  <a:moveTo>
                    <a:pt x="5608" y="953"/>
                  </a:moveTo>
                  <a:cubicBezTo>
                    <a:pt x="7954" y="1049"/>
                    <a:pt x="9823" y="2918"/>
                    <a:pt x="9918" y="5252"/>
                  </a:cubicBezTo>
                  <a:lnTo>
                    <a:pt x="9502" y="5252"/>
                  </a:lnTo>
                  <a:cubicBezTo>
                    <a:pt x="9406" y="5252"/>
                    <a:pt x="9323" y="5335"/>
                    <a:pt x="9323" y="5442"/>
                  </a:cubicBezTo>
                  <a:cubicBezTo>
                    <a:pt x="9323" y="5525"/>
                    <a:pt x="9394" y="5621"/>
                    <a:pt x="9502" y="5621"/>
                  </a:cubicBezTo>
                  <a:lnTo>
                    <a:pt x="9918" y="5621"/>
                  </a:lnTo>
                  <a:cubicBezTo>
                    <a:pt x="9847" y="7954"/>
                    <a:pt x="7954" y="9824"/>
                    <a:pt x="5608" y="9919"/>
                  </a:cubicBezTo>
                  <a:lnTo>
                    <a:pt x="5608" y="9502"/>
                  </a:lnTo>
                  <a:cubicBezTo>
                    <a:pt x="5608" y="9407"/>
                    <a:pt x="5537" y="9323"/>
                    <a:pt x="5430" y="9323"/>
                  </a:cubicBezTo>
                  <a:cubicBezTo>
                    <a:pt x="5346" y="9323"/>
                    <a:pt x="5251" y="9395"/>
                    <a:pt x="5251" y="9502"/>
                  </a:cubicBezTo>
                  <a:lnTo>
                    <a:pt x="5251" y="9919"/>
                  </a:lnTo>
                  <a:cubicBezTo>
                    <a:pt x="2917" y="9824"/>
                    <a:pt x="1048" y="7954"/>
                    <a:pt x="953" y="5621"/>
                  </a:cubicBezTo>
                  <a:lnTo>
                    <a:pt x="1370" y="5621"/>
                  </a:lnTo>
                  <a:cubicBezTo>
                    <a:pt x="1465" y="5621"/>
                    <a:pt x="1548" y="5537"/>
                    <a:pt x="1548" y="5442"/>
                  </a:cubicBezTo>
                  <a:cubicBezTo>
                    <a:pt x="1548" y="5347"/>
                    <a:pt x="1477" y="5252"/>
                    <a:pt x="1370" y="5252"/>
                  </a:cubicBezTo>
                  <a:lnTo>
                    <a:pt x="953" y="5252"/>
                  </a:lnTo>
                  <a:cubicBezTo>
                    <a:pt x="1048" y="2918"/>
                    <a:pt x="2917" y="1049"/>
                    <a:pt x="5251" y="953"/>
                  </a:cubicBezTo>
                  <a:lnTo>
                    <a:pt x="5251" y="1370"/>
                  </a:lnTo>
                  <a:cubicBezTo>
                    <a:pt x="5251" y="1465"/>
                    <a:pt x="5334" y="1549"/>
                    <a:pt x="5430" y="1549"/>
                  </a:cubicBezTo>
                  <a:cubicBezTo>
                    <a:pt x="5525" y="1549"/>
                    <a:pt x="5608" y="1477"/>
                    <a:pt x="5608" y="1370"/>
                  </a:cubicBezTo>
                  <a:lnTo>
                    <a:pt x="5608" y="953"/>
                  </a:lnTo>
                  <a:close/>
                  <a:moveTo>
                    <a:pt x="5441" y="1"/>
                  </a:moveTo>
                  <a:cubicBezTo>
                    <a:pt x="5346" y="1"/>
                    <a:pt x="5263" y="84"/>
                    <a:pt x="5263" y="179"/>
                  </a:cubicBezTo>
                  <a:lnTo>
                    <a:pt x="5263" y="596"/>
                  </a:lnTo>
                  <a:cubicBezTo>
                    <a:pt x="2727" y="691"/>
                    <a:pt x="691" y="2727"/>
                    <a:pt x="596" y="5263"/>
                  </a:cubicBezTo>
                  <a:lnTo>
                    <a:pt x="179" y="5263"/>
                  </a:lnTo>
                  <a:cubicBezTo>
                    <a:pt x="96" y="5263"/>
                    <a:pt x="0" y="5335"/>
                    <a:pt x="0" y="5442"/>
                  </a:cubicBezTo>
                  <a:cubicBezTo>
                    <a:pt x="0" y="5525"/>
                    <a:pt x="84" y="5621"/>
                    <a:pt x="179" y="5621"/>
                  </a:cubicBezTo>
                  <a:lnTo>
                    <a:pt x="596" y="5621"/>
                  </a:lnTo>
                  <a:cubicBezTo>
                    <a:pt x="691" y="8145"/>
                    <a:pt x="2727" y="10181"/>
                    <a:pt x="5263" y="10276"/>
                  </a:cubicBezTo>
                  <a:lnTo>
                    <a:pt x="5263" y="10693"/>
                  </a:lnTo>
                  <a:cubicBezTo>
                    <a:pt x="5263" y="10776"/>
                    <a:pt x="5334" y="10871"/>
                    <a:pt x="5441" y="10871"/>
                  </a:cubicBezTo>
                  <a:cubicBezTo>
                    <a:pt x="5525" y="10871"/>
                    <a:pt x="5620" y="10800"/>
                    <a:pt x="5620" y="10693"/>
                  </a:cubicBezTo>
                  <a:lnTo>
                    <a:pt x="5620" y="10276"/>
                  </a:lnTo>
                  <a:cubicBezTo>
                    <a:pt x="8144" y="10181"/>
                    <a:pt x="10180" y="8145"/>
                    <a:pt x="10275" y="5621"/>
                  </a:cubicBezTo>
                  <a:lnTo>
                    <a:pt x="10692" y="5621"/>
                  </a:lnTo>
                  <a:cubicBezTo>
                    <a:pt x="10775" y="5621"/>
                    <a:pt x="10871" y="5537"/>
                    <a:pt x="10871" y="5442"/>
                  </a:cubicBezTo>
                  <a:cubicBezTo>
                    <a:pt x="10871" y="5347"/>
                    <a:pt x="10799" y="5263"/>
                    <a:pt x="10692" y="5263"/>
                  </a:cubicBezTo>
                  <a:lnTo>
                    <a:pt x="10275" y="5263"/>
                  </a:lnTo>
                  <a:cubicBezTo>
                    <a:pt x="10180" y="2727"/>
                    <a:pt x="8144" y="691"/>
                    <a:pt x="5620" y="596"/>
                  </a:cubicBezTo>
                  <a:lnTo>
                    <a:pt x="5620" y="179"/>
                  </a:lnTo>
                  <a:cubicBezTo>
                    <a:pt x="5620" y="96"/>
                    <a:pt x="5537" y="1"/>
                    <a:pt x="5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30"/>
          <p:cNvGrpSpPr/>
          <p:nvPr/>
        </p:nvGrpSpPr>
        <p:grpSpPr>
          <a:xfrm>
            <a:off x="3630860" y="1790353"/>
            <a:ext cx="483826" cy="491133"/>
            <a:chOff x="4874902" y="3808799"/>
            <a:chExt cx="345615" cy="350835"/>
          </a:xfrm>
        </p:grpSpPr>
        <p:sp>
          <p:nvSpPr>
            <p:cNvPr id="638" name="Google Shape;638;p30"/>
            <p:cNvSpPr/>
            <p:nvPr/>
          </p:nvSpPr>
          <p:spPr>
            <a:xfrm>
              <a:off x="4874902" y="3808799"/>
              <a:ext cx="345615" cy="350835"/>
            </a:xfrm>
            <a:custGeom>
              <a:avLst/>
              <a:gdLst/>
              <a:ahLst/>
              <a:cxnLst/>
              <a:rect l="l" t="t" r="r" b="b"/>
              <a:pathLst>
                <a:path w="10859" h="11023" extrusionOk="0">
                  <a:moveTo>
                    <a:pt x="6632" y="274"/>
                  </a:moveTo>
                  <a:cubicBezTo>
                    <a:pt x="6858" y="274"/>
                    <a:pt x="7037" y="453"/>
                    <a:pt x="7037" y="679"/>
                  </a:cubicBezTo>
                  <a:cubicBezTo>
                    <a:pt x="7037" y="905"/>
                    <a:pt x="6858" y="1084"/>
                    <a:pt x="6632" y="1084"/>
                  </a:cubicBezTo>
                  <a:lnTo>
                    <a:pt x="4906" y="1084"/>
                  </a:lnTo>
                  <a:cubicBezTo>
                    <a:pt x="4691" y="1084"/>
                    <a:pt x="4513" y="905"/>
                    <a:pt x="4513" y="679"/>
                  </a:cubicBezTo>
                  <a:cubicBezTo>
                    <a:pt x="4513" y="453"/>
                    <a:pt x="4691" y="274"/>
                    <a:pt x="4906" y="274"/>
                  </a:cubicBezTo>
                  <a:close/>
                  <a:moveTo>
                    <a:pt x="5965" y="1405"/>
                  </a:moveTo>
                  <a:lnTo>
                    <a:pt x="5965" y="1965"/>
                  </a:lnTo>
                  <a:lnTo>
                    <a:pt x="5572" y="1965"/>
                  </a:lnTo>
                  <a:lnTo>
                    <a:pt x="5572" y="1405"/>
                  </a:lnTo>
                  <a:close/>
                  <a:moveTo>
                    <a:pt x="5790" y="2285"/>
                  </a:moveTo>
                  <a:cubicBezTo>
                    <a:pt x="7012" y="2285"/>
                    <a:pt x="8209" y="2830"/>
                    <a:pt x="9037" y="3834"/>
                  </a:cubicBezTo>
                  <a:cubicBezTo>
                    <a:pt x="10513" y="5632"/>
                    <a:pt x="10228" y="8287"/>
                    <a:pt x="8430" y="9763"/>
                  </a:cubicBezTo>
                  <a:cubicBezTo>
                    <a:pt x="7647" y="10392"/>
                    <a:pt x="6705" y="10700"/>
                    <a:pt x="5771" y="10700"/>
                  </a:cubicBezTo>
                  <a:cubicBezTo>
                    <a:pt x="4545" y="10700"/>
                    <a:pt x="3331" y="10171"/>
                    <a:pt x="2500" y="9144"/>
                  </a:cubicBezTo>
                  <a:cubicBezTo>
                    <a:pt x="405" y="6573"/>
                    <a:pt x="2000" y="2715"/>
                    <a:pt x="5239" y="2322"/>
                  </a:cubicBezTo>
                  <a:cubicBezTo>
                    <a:pt x="5422" y="2297"/>
                    <a:pt x="5606" y="2285"/>
                    <a:pt x="5790" y="2285"/>
                  </a:cubicBezTo>
                  <a:close/>
                  <a:moveTo>
                    <a:pt x="4917" y="0"/>
                  </a:moveTo>
                  <a:cubicBezTo>
                    <a:pt x="4513" y="0"/>
                    <a:pt x="4203" y="322"/>
                    <a:pt x="4203" y="715"/>
                  </a:cubicBezTo>
                  <a:cubicBezTo>
                    <a:pt x="4203" y="1108"/>
                    <a:pt x="4525" y="1429"/>
                    <a:pt x="4917" y="1429"/>
                  </a:cubicBezTo>
                  <a:lnTo>
                    <a:pt x="5251" y="1429"/>
                  </a:lnTo>
                  <a:lnTo>
                    <a:pt x="5251" y="1989"/>
                  </a:lnTo>
                  <a:cubicBezTo>
                    <a:pt x="1727" y="2393"/>
                    <a:pt x="0" y="6573"/>
                    <a:pt x="2262" y="9359"/>
                  </a:cubicBezTo>
                  <a:cubicBezTo>
                    <a:pt x="3161" y="10454"/>
                    <a:pt x="4471" y="11023"/>
                    <a:pt x="5790" y="11023"/>
                  </a:cubicBezTo>
                  <a:cubicBezTo>
                    <a:pt x="6795" y="11023"/>
                    <a:pt x="7805" y="10693"/>
                    <a:pt x="8644" y="10013"/>
                  </a:cubicBezTo>
                  <a:cubicBezTo>
                    <a:pt x="10585" y="8430"/>
                    <a:pt x="10859" y="5561"/>
                    <a:pt x="9287" y="3632"/>
                  </a:cubicBezTo>
                  <a:cubicBezTo>
                    <a:pt x="8513" y="2679"/>
                    <a:pt x="7430" y="2120"/>
                    <a:pt x="6299" y="1989"/>
                  </a:cubicBezTo>
                  <a:lnTo>
                    <a:pt x="6299" y="1429"/>
                  </a:lnTo>
                  <a:lnTo>
                    <a:pt x="6644" y="1429"/>
                  </a:lnTo>
                  <a:cubicBezTo>
                    <a:pt x="7037" y="1429"/>
                    <a:pt x="7358" y="1096"/>
                    <a:pt x="7358" y="715"/>
                  </a:cubicBezTo>
                  <a:cubicBezTo>
                    <a:pt x="7358" y="310"/>
                    <a:pt x="7025" y="0"/>
                    <a:pt x="66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4939321" y="4009630"/>
              <a:ext cx="145929" cy="123618"/>
            </a:xfrm>
            <a:custGeom>
              <a:avLst/>
              <a:gdLst/>
              <a:ahLst/>
              <a:cxnLst/>
              <a:rect l="l" t="t" r="r" b="b"/>
              <a:pathLst>
                <a:path w="4585" h="3884" extrusionOk="0">
                  <a:moveTo>
                    <a:pt x="203" y="1"/>
                  </a:moveTo>
                  <a:cubicBezTo>
                    <a:pt x="119" y="1"/>
                    <a:pt x="48" y="72"/>
                    <a:pt x="48" y="155"/>
                  </a:cubicBezTo>
                  <a:cubicBezTo>
                    <a:pt x="48" y="203"/>
                    <a:pt x="0" y="965"/>
                    <a:pt x="429" y="1810"/>
                  </a:cubicBezTo>
                  <a:cubicBezTo>
                    <a:pt x="691" y="2334"/>
                    <a:pt x="1072" y="2799"/>
                    <a:pt x="1548" y="3156"/>
                  </a:cubicBezTo>
                  <a:cubicBezTo>
                    <a:pt x="2212" y="3644"/>
                    <a:pt x="2997" y="3883"/>
                    <a:pt x="3771" y="3883"/>
                  </a:cubicBezTo>
                  <a:cubicBezTo>
                    <a:pt x="3996" y="3883"/>
                    <a:pt x="4221" y="3863"/>
                    <a:pt x="4441" y="3823"/>
                  </a:cubicBezTo>
                  <a:cubicBezTo>
                    <a:pt x="4525" y="3811"/>
                    <a:pt x="4584" y="3715"/>
                    <a:pt x="4572" y="3632"/>
                  </a:cubicBezTo>
                  <a:cubicBezTo>
                    <a:pt x="4540" y="3545"/>
                    <a:pt x="4477" y="3488"/>
                    <a:pt x="4394" y="3488"/>
                  </a:cubicBezTo>
                  <a:cubicBezTo>
                    <a:pt x="4386" y="3488"/>
                    <a:pt x="4378" y="3488"/>
                    <a:pt x="4370" y="3489"/>
                  </a:cubicBezTo>
                  <a:cubicBezTo>
                    <a:pt x="4161" y="3528"/>
                    <a:pt x="3950" y="3547"/>
                    <a:pt x="3739" y="3547"/>
                  </a:cubicBezTo>
                  <a:cubicBezTo>
                    <a:pt x="3035" y="3547"/>
                    <a:pt x="2334" y="3331"/>
                    <a:pt x="1739" y="2882"/>
                  </a:cubicBezTo>
                  <a:cubicBezTo>
                    <a:pt x="286" y="1810"/>
                    <a:pt x="369" y="155"/>
                    <a:pt x="369" y="155"/>
                  </a:cubicBezTo>
                  <a:cubicBezTo>
                    <a:pt x="369" y="72"/>
                    <a:pt x="298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4942344" y="3897629"/>
              <a:ext cx="205033" cy="101816"/>
            </a:xfrm>
            <a:custGeom>
              <a:avLst/>
              <a:gdLst/>
              <a:ahLst/>
              <a:cxnLst/>
              <a:rect l="l" t="t" r="r" b="b"/>
              <a:pathLst>
                <a:path w="6442" h="3199" extrusionOk="0">
                  <a:moveTo>
                    <a:pt x="3666" y="0"/>
                  </a:moveTo>
                  <a:cubicBezTo>
                    <a:pt x="1972" y="0"/>
                    <a:pt x="363" y="1175"/>
                    <a:pt x="24" y="3008"/>
                  </a:cubicBezTo>
                  <a:cubicBezTo>
                    <a:pt x="0" y="3115"/>
                    <a:pt x="72" y="3198"/>
                    <a:pt x="179" y="3198"/>
                  </a:cubicBezTo>
                  <a:cubicBezTo>
                    <a:pt x="251" y="3198"/>
                    <a:pt x="322" y="3139"/>
                    <a:pt x="334" y="3067"/>
                  </a:cubicBezTo>
                  <a:cubicBezTo>
                    <a:pt x="656" y="1384"/>
                    <a:pt x="2127" y="318"/>
                    <a:pt x="3670" y="318"/>
                  </a:cubicBezTo>
                  <a:cubicBezTo>
                    <a:pt x="4353" y="318"/>
                    <a:pt x="5050" y="527"/>
                    <a:pt x="5668" y="984"/>
                  </a:cubicBezTo>
                  <a:cubicBezTo>
                    <a:pt x="5846" y="1115"/>
                    <a:pt x="5989" y="1257"/>
                    <a:pt x="6144" y="1412"/>
                  </a:cubicBezTo>
                  <a:cubicBezTo>
                    <a:pt x="6180" y="1448"/>
                    <a:pt x="6228" y="1471"/>
                    <a:pt x="6274" y="1471"/>
                  </a:cubicBezTo>
                  <a:cubicBezTo>
                    <a:pt x="6305" y="1471"/>
                    <a:pt x="6334" y="1460"/>
                    <a:pt x="6358" y="1436"/>
                  </a:cubicBezTo>
                  <a:cubicBezTo>
                    <a:pt x="6430" y="1377"/>
                    <a:pt x="6442" y="1269"/>
                    <a:pt x="6382" y="1210"/>
                  </a:cubicBezTo>
                  <a:cubicBezTo>
                    <a:pt x="6216" y="1031"/>
                    <a:pt x="6049" y="876"/>
                    <a:pt x="5858" y="734"/>
                  </a:cubicBezTo>
                  <a:cubicBezTo>
                    <a:pt x="5179" y="230"/>
                    <a:pt x="4414" y="0"/>
                    <a:pt x="36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5092729" y="3950240"/>
              <a:ext cx="84597" cy="175465"/>
            </a:xfrm>
            <a:custGeom>
              <a:avLst/>
              <a:gdLst/>
              <a:ahLst/>
              <a:cxnLst/>
              <a:rect l="l" t="t" r="r" b="b"/>
              <a:pathLst>
                <a:path w="2658" h="5513" extrusionOk="0">
                  <a:moveTo>
                    <a:pt x="1939" y="0"/>
                  </a:moveTo>
                  <a:cubicBezTo>
                    <a:pt x="1907" y="0"/>
                    <a:pt x="1875" y="11"/>
                    <a:pt x="1848" y="33"/>
                  </a:cubicBezTo>
                  <a:cubicBezTo>
                    <a:pt x="1776" y="81"/>
                    <a:pt x="1741" y="176"/>
                    <a:pt x="1800" y="259"/>
                  </a:cubicBezTo>
                  <a:cubicBezTo>
                    <a:pt x="2145" y="795"/>
                    <a:pt x="2324" y="1414"/>
                    <a:pt x="2324" y="2057"/>
                  </a:cubicBezTo>
                  <a:cubicBezTo>
                    <a:pt x="2324" y="3486"/>
                    <a:pt x="1431" y="4724"/>
                    <a:pt x="169" y="5200"/>
                  </a:cubicBezTo>
                  <a:cubicBezTo>
                    <a:pt x="1" y="5263"/>
                    <a:pt x="55" y="5512"/>
                    <a:pt x="218" y="5512"/>
                  </a:cubicBezTo>
                  <a:cubicBezTo>
                    <a:pt x="239" y="5512"/>
                    <a:pt x="263" y="5508"/>
                    <a:pt x="288" y="5498"/>
                  </a:cubicBezTo>
                  <a:cubicBezTo>
                    <a:pt x="1669" y="4962"/>
                    <a:pt x="2657" y="3605"/>
                    <a:pt x="2657" y="2045"/>
                  </a:cubicBezTo>
                  <a:cubicBezTo>
                    <a:pt x="2622" y="1343"/>
                    <a:pt x="2431" y="676"/>
                    <a:pt x="2074" y="81"/>
                  </a:cubicBezTo>
                  <a:cubicBezTo>
                    <a:pt x="2044" y="29"/>
                    <a:pt x="1992" y="0"/>
                    <a:pt x="1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5004886" y="3993717"/>
              <a:ext cx="81478" cy="55348"/>
            </a:xfrm>
            <a:custGeom>
              <a:avLst/>
              <a:gdLst/>
              <a:ahLst/>
              <a:cxnLst/>
              <a:rect l="l" t="t" r="r" b="b"/>
              <a:pathLst>
                <a:path w="2560" h="1739" extrusionOk="0">
                  <a:moveTo>
                    <a:pt x="1691" y="334"/>
                  </a:moveTo>
                  <a:cubicBezTo>
                    <a:pt x="1976" y="334"/>
                    <a:pt x="2143" y="655"/>
                    <a:pt x="1976" y="882"/>
                  </a:cubicBezTo>
                  <a:cubicBezTo>
                    <a:pt x="1913" y="974"/>
                    <a:pt x="1806" y="1024"/>
                    <a:pt x="1698" y="1024"/>
                  </a:cubicBezTo>
                  <a:cubicBezTo>
                    <a:pt x="1625" y="1024"/>
                    <a:pt x="1551" y="1001"/>
                    <a:pt x="1488" y="953"/>
                  </a:cubicBezTo>
                  <a:cubicBezTo>
                    <a:pt x="1214" y="763"/>
                    <a:pt x="1369" y="334"/>
                    <a:pt x="1691" y="334"/>
                  </a:cubicBezTo>
                  <a:close/>
                  <a:moveTo>
                    <a:pt x="1691" y="1"/>
                  </a:moveTo>
                  <a:cubicBezTo>
                    <a:pt x="1584" y="1"/>
                    <a:pt x="1334" y="36"/>
                    <a:pt x="1155" y="274"/>
                  </a:cubicBezTo>
                  <a:cubicBezTo>
                    <a:pt x="1024" y="453"/>
                    <a:pt x="988" y="655"/>
                    <a:pt x="1048" y="846"/>
                  </a:cubicBezTo>
                  <a:lnTo>
                    <a:pt x="131" y="1441"/>
                  </a:lnTo>
                  <a:cubicBezTo>
                    <a:pt x="0" y="1536"/>
                    <a:pt x="60" y="1739"/>
                    <a:pt x="214" y="1739"/>
                  </a:cubicBezTo>
                  <a:cubicBezTo>
                    <a:pt x="310" y="1739"/>
                    <a:pt x="262" y="1727"/>
                    <a:pt x="1214" y="1132"/>
                  </a:cubicBezTo>
                  <a:cubicBezTo>
                    <a:pt x="1346" y="1279"/>
                    <a:pt x="1520" y="1349"/>
                    <a:pt x="1692" y="1349"/>
                  </a:cubicBezTo>
                  <a:cubicBezTo>
                    <a:pt x="1896" y="1349"/>
                    <a:pt x="2098" y="1252"/>
                    <a:pt x="2226" y="1072"/>
                  </a:cubicBezTo>
                  <a:cubicBezTo>
                    <a:pt x="2560" y="632"/>
                    <a:pt x="2238" y="1"/>
                    <a:pt x="1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5053391" y="3915262"/>
              <a:ext cx="10630" cy="29982"/>
            </a:xfrm>
            <a:custGeom>
              <a:avLst/>
              <a:gdLst/>
              <a:ahLst/>
              <a:cxnLst/>
              <a:rect l="l" t="t" r="r" b="b"/>
              <a:pathLst>
                <a:path w="334" h="942" extrusionOk="0">
                  <a:moveTo>
                    <a:pt x="167" y="1"/>
                  </a:moveTo>
                  <a:cubicBezTo>
                    <a:pt x="83" y="1"/>
                    <a:pt x="0" y="72"/>
                    <a:pt x="0" y="168"/>
                  </a:cubicBezTo>
                  <a:lnTo>
                    <a:pt x="0" y="775"/>
                  </a:lnTo>
                  <a:cubicBezTo>
                    <a:pt x="0" y="858"/>
                    <a:pt x="83" y="942"/>
                    <a:pt x="167" y="942"/>
                  </a:cubicBezTo>
                  <a:cubicBezTo>
                    <a:pt x="262" y="942"/>
                    <a:pt x="333" y="858"/>
                    <a:pt x="333" y="775"/>
                  </a:cubicBezTo>
                  <a:lnTo>
                    <a:pt x="333" y="168"/>
                  </a:lnTo>
                  <a:cubicBezTo>
                    <a:pt x="333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5005236" y="3928216"/>
              <a:ext cx="21261" cy="26894"/>
            </a:xfrm>
            <a:custGeom>
              <a:avLst/>
              <a:gdLst/>
              <a:ahLst/>
              <a:cxnLst/>
              <a:rect l="l" t="t" r="r" b="b"/>
              <a:pathLst>
                <a:path w="668" h="845" extrusionOk="0">
                  <a:moveTo>
                    <a:pt x="183" y="1"/>
                  </a:moveTo>
                  <a:cubicBezTo>
                    <a:pt x="156" y="1"/>
                    <a:pt x="130" y="8"/>
                    <a:pt x="108" y="23"/>
                  </a:cubicBezTo>
                  <a:cubicBezTo>
                    <a:pt x="25" y="70"/>
                    <a:pt x="1" y="177"/>
                    <a:pt x="49" y="249"/>
                  </a:cubicBezTo>
                  <a:lnTo>
                    <a:pt x="346" y="773"/>
                  </a:lnTo>
                  <a:cubicBezTo>
                    <a:pt x="382" y="808"/>
                    <a:pt x="430" y="844"/>
                    <a:pt x="489" y="844"/>
                  </a:cubicBezTo>
                  <a:cubicBezTo>
                    <a:pt x="525" y="844"/>
                    <a:pt x="549" y="844"/>
                    <a:pt x="561" y="832"/>
                  </a:cubicBezTo>
                  <a:cubicBezTo>
                    <a:pt x="644" y="785"/>
                    <a:pt x="668" y="677"/>
                    <a:pt x="620" y="606"/>
                  </a:cubicBezTo>
                  <a:lnTo>
                    <a:pt x="322" y="82"/>
                  </a:lnTo>
                  <a:cubicBezTo>
                    <a:pt x="298" y="33"/>
                    <a:pt x="240" y="1"/>
                    <a:pt x="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4970766" y="3962876"/>
              <a:ext cx="28454" cy="19510"/>
            </a:xfrm>
            <a:custGeom>
              <a:avLst/>
              <a:gdLst/>
              <a:ahLst/>
              <a:cxnLst/>
              <a:rect l="l" t="t" r="r" b="b"/>
              <a:pathLst>
                <a:path w="894" h="613" extrusionOk="0">
                  <a:moveTo>
                    <a:pt x="189" y="1"/>
                  </a:moveTo>
                  <a:cubicBezTo>
                    <a:pt x="130" y="1"/>
                    <a:pt x="69" y="27"/>
                    <a:pt x="36" y="77"/>
                  </a:cubicBezTo>
                  <a:cubicBezTo>
                    <a:pt x="0" y="160"/>
                    <a:pt x="24" y="255"/>
                    <a:pt x="96" y="303"/>
                  </a:cubicBezTo>
                  <a:lnTo>
                    <a:pt x="620" y="600"/>
                  </a:lnTo>
                  <a:cubicBezTo>
                    <a:pt x="655" y="612"/>
                    <a:pt x="679" y="612"/>
                    <a:pt x="691" y="612"/>
                  </a:cubicBezTo>
                  <a:cubicBezTo>
                    <a:pt x="751" y="612"/>
                    <a:pt x="798" y="589"/>
                    <a:pt x="834" y="541"/>
                  </a:cubicBezTo>
                  <a:cubicBezTo>
                    <a:pt x="893" y="470"/>
                    <a:pt x="858" y="362"/>
                    <a:pt x="786" y="315"/>
                  </a:cubicBezTo>
                  <a:lnTo>
                    <a:pt x="262" y="17"/>
                  </a:lnTo>
                  <a:cubicBezTo>
                    <a:pt x="240" y="6"/>
                    <a:pt x="215" y="1"/>
                    <a:pt x="1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4958258" y="4010012"/>
              <a:ext cx="29982" cy="10248"/>
            </a:xfrm>
            <a:custGeom>
              <a:avLst/>
              <a:gdLst/>
              <a:ahLst/>
              <a:cxnLst/>
              <a:rect l="l" t="t" r="r" b="b"/>
              <a:pathLst>
                <a:path w="942" h="322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774" y="322"/>
                  </a:lnTo>
                  <a:cubicBezTo>
                    <a:pt x="870" y="322"/>
                    <a:pt x="941" y="251"/>
                    <a:pt x="941" y="167"/>
                  </a:cubicBezTo>
                  <a:cubicBezTo>
                    <a:pt x="941" y="72"/>
                    <a:pt x="870" y="1"/>
                    <a:pt x="7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4969239" y="4047601"/>
              <a:ext cx="30363" cy="20051"/>
            </a:xfrm>
            <a:custGeom>
              <a:avLst/>
              <a:gdLst/>
              <a:ahLst/>
              <a:cxnLst/>
              <a:rect l="l" t="t" r="r" b="b"/>
              <a:pathLst>
                <a:path w="954" h="630" extrusionOk="0">
                  <a:moveTo>
                    <a:pt x="754" y="0"/>
                  </a:moveTo>
                  <a:cubicBezTo>
                    <a:pt x="728" y="0"/>
                    <a:pt x="702" y="7"/>
                    <a:pt x="679" y="22"/>
                  </a:cubicBezTo>
                  <a:lnTo>
                    <a:pt x="156" y="320"/>
                  </a:lnTo>
                  <a:cubicBezTo>
                    <a:pt x="1" y="415"/>
                    <a:pt x="60" y="629"/>
                    <a:pt x="239" y="629"/>
                  </a:cubicBezTo>
                  <a:cubicBezTo>
                    <a:pt x="310" y="629"/>
                    <a:pt x="310" y="605"/>
                    <a:pt x="846" y="308"/>
                  </a:cubicBezTo>
                  <a:cubicBezTo>
                    <a:pt x="918" y="260"/>
                    <a:pt x="953" y="153"/>
                    <a:pt x="906" y="82"/>
                  </a:cubicBezTo>
                  <a:cubicBezTo>
                    <a:pt x="873" y="33"/>
                    <a:pt x="812" y="0"/>
                    <a:pt x="7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5005236" y="4075641"/>
              <a:ext cx="21261" cy="26862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491" y="0"/>
                  </a:moveTo>
                  <a:cubicBezTo>
                    <a:pt x="440" y="0"/>
                    <a:pt x="391" y="33"/>
                    <a:pt x="358" y="82"/>
                  </a:cubicBezTo>
                  <a:lnTo>
                    <a:pt x="60" y="606"/>
                  </a:lnTo>
                  <a:cubicBezTo>
                    <a:pt x="1" y="701"/>
                    <a:pt x="72" y="844"/>
                    <a:pt x="191" y="844"/>
                  </a:cubicBezTo>
                  <a:cubicBezTo>
                    <a:pt x="251" y="844"/>
                    <a:pt x="299" y="808"/>
                    <a:pt x="322" y="760"/>
                  </a:cubicBezTo>
                  <a:lnTo>
                    <a:pt x="620" y="248"/>
                  </a:lnTo>
                  <a:cubicBezTo>
                    <a:pt x="668" y="165"/>
                    <a:pt x="644" y="70"/>
                    <a:pt x="561" y="22"/>
                  </a:cubicBezTo>
                  <a:cubicBezTo>
                    <a:pt x="538" y="7"/>
                    <a:pt x="514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5053391" y="4085794"/>
              <a:ext cx="10630" cy="29982"/>
            </a:xfrm>
            <a:custGeom>
              <a:avLst/>
              <a:gdLst/>
              <a:ahLst/>
              <a:cxnLst/>
              <a:rect l="l" t="t" r="r" b="b"/>
              <a:pathLst>
                <a:path w="334" h="942" extrusionOk="0">
                  <a:moveTo>
                    <a:pt x="167" y="1"/>
                  </a:moveTo>
                  <a:cubicBezTo>
                    <a:pt x="83" y="1"/>
                    <a:pt x="0" y="72"/>
                    <a:pt x="0" y="167"/>
                  </a:cubicBezTo>
                  <a:lnTo>
                    <a:pt x="0" y="775"/>
                  </a:lnTo>
                  <a:cubicBezTo>
                    <a:pt x="0" y="858"/>
                    <a:pt x="83" y="941"/>
                    <a:pt x="167" y="941"/>
                  </a:cubicBezTo>
                  <a:cubicBezTo>
                    <a:pt x="250" y="941"/>
                    <a:pt x="333" y="858"/>
                    <a:pt x="333" y="775"/>
                  </a:cubicBezTo>
                  <a:lnTo>
                    <a:pt x="333" y="167"/>
                  </a:lnTo>
                  <a:cubicBezTo>
                    <a:pt x="333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5090501" y="4075641"/>
              <a:ext cx="21261" cy="26894"/>
            </a:xfrm>
            <a:custGeom>
              <a:avLst/>
              <a:gdLst/>
              <a:ahLst/>
              <a:cxnLst/>
              <a:rect l="l" t="t" r="r" b="b"/>
              <a:pathLst>
                <a:path w="668" h="845" extrusionOk="0">
                  <a:moveTo>
                    <a:pt x="182" y="0"/>
                  </a:moveTo>
                  <a:cubicBezTo>
                    <a:pt x="156" y="0"/>
                    <a:pt x="130" y="7"/>
                    <a:pt x="108" y="22"/>
                  </a:cubicBezTo>
                  <a:cubicBezTo>
                    <a:pt x="25" y="70"/>
                    <a:pt x="1" y="165"/>
                    <a:pt x="48" y="248"/>
                  </a:cubicBezTo>
                  <a:lnTo>
                    <a:pt x="346" y="760"/>
                  </a:lnTo>
                  <a:cubicBezTo>
                    <a:pt x="370" y="815"/>
                    <a:pt x="424" y="844"/>
                    <a:pt x="479" y="844"/>
                  </a:cubicBezTo>
                  <a:cubicBezTo>
                    <a:pt x="507" y="844"/>
                    <a:pt x="536" y="836"/>
                    <a:pt x="560" y="820"/>
                  </a:cubicBezTo>
                  <a:cubicBezTo>
                    <a:pt x="644" y="784"/>
                    <a:pt x="668" y="677"/>
                    <a:pt x="620" y="606"/>
                  </a:cubicBezTo>
                  <a:lnTo>
                    <a:pt x="322" y="82"/>
                  </a:lnTo>
                  <a:cubicBezTo>
                    <a:pt x="298" y="33"/>
                    <a:pt x="240" y="0"/>
                    <a:pt x="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5117809" y="4048142"/>
              <a:ext cx="28454" cy="19510"/>
            </a:xfrm>
            <a:custGeom>
              <a:avLst/>
              <a:gdLst/>
              <a:ahLst/>
              <a:cxnLst/>
              <a:rect l="l" t="t" r="r" b="b"/>
              <a:pathLst>
                <a:path w="894" h="613" extrusionOk="0">
                  <a:moveTo>
                    <a:pt x="195" y="1"/>
                  </a:moveTo>
                  <a:cubicBezTo>
                    <a:pt x="136" y="1"/>
                    <a:pt x="81" y="27"/>
                    <a:pt x="48" y="77"/>
                  </a:cubicBezTo>
                  <a:cubicBezTo>
                    <a:pt x="0" y="160"/>
                    <a:pt x="36" y="243"/>
                    <a:pt x="107" y="291"/>
                  </a:cubicBezTo>
                  <a:cubicBezTo>
                    <a:pt x="643" y="588"/>
                    <a:pt x="631" y="612"/>
                    <a:pt x="714" y="612"/>
                  </a:cubicBezTo>
                  <a:cubicBezTo>
                    <a:pt x="774" y="612"/>
                    <a:pt x="822" y="588"/>
                    <a:pt x="845" y="541"/>
                  </a:cubicBezTo>
                  <a:cubicBezTo>
                    <a:pt x="893" y="469"/>
                    <a:pt x="869" y="362"/>
                    <a:pt x="786" y="315"/>
                  </a:cubicBezTo>
                  <a:lnTo>
                    <a:pt x="274" y="17"/>
                  </a:lnTo>
                  <a:cubicBezTo>
                    <a:pt x="248" y="6"/>
                    <a:pt x="221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5128790" y="4010012"/>
              <a:ext cx="29950" cy="10248"/>
            </a:xfrm>
            <a:custGeom>
              <a:avLst/>
              <a:gdLst/>
              <a:ahLst/>
              <a:cxnLst/>
              <a:rect l="l" t="t" r="r" b="b"/>
              <a:pathLst>
                <a:path w="941" h="322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774" y="322"/>
                  </a:lnTo>
                  <a:cubicBezTo>
                    <a:pt x="870" y="322"/>
                    <a:pt x="941" y="251"/>
                    <a:pt x="941" y="167"/>
                  </a:cubicBezTo>
                  <a:cubicBezTo>
                    <a:pt x="941" y="72"/>
                    <a:pt x="870" y="1"/>
                    <a:pt x="7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5117809" y="3962717"/>
              <a:ext cx="28454" cy="19669"/>
            </a:xfrm>
            <a:custGeom>
              <a:avLst/>
              <a:gdLst/>
              <a:ahLst/>
              <a:cxnLst/>
              <a:rect l="l" t="t" r="r" b="b"/>
              <a:pathLst>
                <a:path w="894" h="618" extrusionOk="0">
                  <a:moveTo>
                    <a:pt x="706" y="0"/>
                  </a:moveTo>
                  <a:cubicBezTo>
                    <a:pt x="679" y="0"/>
                    <a:pt x="654" y="7"/>
                    <a:pt x="631" y="22"/>
                  </a:cubicBezTo>
                  <a:lnTo>
                    <a:pt x="107" y="320"/>
                  </a:lnTo>
                  <a:cubicBezTo>
                    <a:pt x="36" y="367"/>
                    <a:pt x="0" y="475"/>
                    <a:pt x="48" y="546"/>
                  </a:cubicBezTo>
                  <a:cubicBezTo>
                    <a:pt x="83" y="594"/>
                    <a:pt x="143" y="617"/>
                    <a:pt x="202" y="617"/>
                  </a:cubicBezTo>
                  <a:cubicBezTo>
                    <a:pt x="226" y="617"/>
                    <a:pt x="262" y="617"/>
                    <a:pt x="274" y="605"/>
                  </a:cubicBezTo>
                  <a:lnTo>
                    <a:pt x="798" y="308"/>
                  </a:lnTo>
                  <a:cubicBezTo>
                    <a:pt x="869" y="260"/>
                    <a:pt x="893" y="165"/>
                    <a:pt x="857" y="82"/>
                  </a:cubicBezTo>
                  <a:cubicBezTo>
                    <a:pt x="825" y="33"/>
                    <a:pt x="764" y="0"/>
                    <a:pt x="7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5090501" y="3928152"/>
              <a:ext cx="20879" cy="26958"/>
            </a:xfrm>
            <a:custGeom>
              <a:avLst/>
              <a:gdLst/>
              <a:ahLst/>
              <a:cxnLst/>
              <a:rect l="l" t="t" r="r" b="b"/>
              <a:pathLst>
                <a:path w="656" h="847" extrusionOk="0">
                  <a:moveTo>
                    <a:pt x="475" y="0"/>
                  </a:moveTo>
                  <a:cubicBezTo>
                    <a:pt x="424" y="0"/>
                    <a:pt x="370" y="29"/>
                    <a:pt x="346" y="84"/>
                  </a:cubicBezTo>
                  <a:lnTo>
                    <a:pt x="48" y="608"/>
                  </a:lnTo>
                  <a:cubicBezTo>
                    <a:pt x="1" y="679"/>
                    <a:pt x="25" y="787"/>
                    <a:pt x="108" y="834"/>
                  </a:cubicBezTo>
                  <a:cubicBezTo>
                    <a:pt x="132" y="846"/>
                    <a:pt x="168" y="846"/>
                    <a:pt x="179" y="846"/>
                  </a:cubicBezTo>
                  <a:cubicBezTo>
                    <a:pt x="239" y="846"/>
                    <a:pt x="287" y="810"/>
                    <a:pt x="310" y="775"/>
                  </a:cubicBezTo>
                  <a:lnTo>
                    <a:pt x="608" y="251"/>
                  </a:lnTo>
                  <a:cubicBezTo>
                    <a:pt x="656" y="179"/>
                    <a:pt x="620" y="72"/>
                    <a:pt x="549" y="25"/>
                  </a:cubicBezTo>
                  <a:cubicBezTo>
                    <a:pt x="528" y="8"/>
                    <a:pt x="502" y="0"/>
                    <a:pt x="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Imagine 12">
            <a:extLst>
              <a:ext uri="{FF2B5EF4-FFF2-40B4-BE49-F238E27FC236}">
                <a16:creationId xmlns:a16="http://schemas.microsoft.com/office/drawing/2014/main" id="{11407E36-8EFD-6588-FEEC-8B7DD4077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99" y="1075428"/>
            <a:ext cx="7669141" cy="1411717"/>
          </a:xfrm>
          <a:prstGeom prst="rect">
            <a:avLst/>
          </a:prstGeom>
        </p:spPr>
      </p:pic>
      <p:sp>
        <p:nvSpPr>
          <p:cNvPr id="15" name="CasetăText 14">
            <a:extLst>
              <a:ext uri="{FF2B5EF4-FFF2-40B4-BE49-F238E27FC236}">
                <a16:creationId xmlns:a16="http://schemas.microsoft.com/office/drawing/2014/main" id="{4FF97E8A-207D-0A7C-47A9-801E76A68E80}"/>
              </a:ext>
            </a:extLst>
          </p:cNvPr>
          <p:cNvSpPr txBox="1"/>
          <p:nvPr/>
        </p:nvSpPr>
        <p:spPr>
          <a:xfrm>
            <a:off x="435118" y="2649136"/>
            <a:ext cx="7388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solidFill>
                  <a:schemeClr val="bg1">
                    <a:lumMod val="95000"/>
                  </a:schemeClr>
                </a:solidFill>
                <a:highlight>
                  <a:srgbClr val="008080"/>
                </a:highlight>
              </a:rPr>
              <a:t>Funcția </a:t>
            </a:r>
            <a:r>
              <a:rPr lang="ro-RO" dirty="0" err="1">
                <a:solidFill>
                  <a:schemeClr val="bg1">
                    <a:lumMod val="95000"/>
                  </a:schemeClr>
                </a:solidFill>
                <a:highlight>
                  <a:srgbClr val="008080"/>
                </a:highlight>
              </a:rPr>
              <a:t>setup</a:t>
            </a:r>
            <a:r>
              <a:rPr lang="ro-RO" dirty="0">
                <a:solidFill>
                  <a:schemeClr val="bg1">
                    <a:lumMod val="95000"/>
                  </a:schemeClr>
                </a:solidFill>
                <a:highlight>
                  <a:srgbClr val="008080"/>
                </a:highlight>
              </a:rPr>
              <a:t> inițializează comunicația serială și Bluetooth, specificând numele serverului Bluetooth.</a:t>
            </a:r>
          </a:p>
        </p:txBody>
      </p:sp>
      <p:pic>
        <p:nvPicPr>
          <p:cNvPr id="17" name="Imagine 16">
            <a:extLst>
              <a:ext uri="{FF2B5EF4-FFF2-40B4-BE49-F238E27FC236}">
                <a16:creationId xmlns:a16="http://schemas.microsoft.com/office/drawing/2014/main" id="{E0AF3FBE-D206-0C58-8885-90F0B3594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3" y="3319746"/>
            <a:ext cx="5687219" cy="14956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351</Words>
  <Application>Microsoft Office PowerPoint</Application>
  <PresentationFormat>Expunere pe ecran (16:9)</PresentationFormat>
  <Paragraphs>28</Paragraphs>
  <Slides>10</Slides>
  <Notes>7</Notes>
  <HiddenSlides>0</HiddenSlides>
  <MMClips>0</MMClips>
  <ScaleCrop>false</ScaleCrop>
  <HeadingPairs>
    <vt:vector size="6" baseType="variant">
      <vt:variant>
        <vt:lpstr>Fonturi utilizate</vt:lpstr>
      </vt:variant>
      <vt:variant>
        <vt:i4>10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21" baseType="lpstr">
      <vt:lpstr>Fira Sans Extra Condensed Medium</vt:lpstr>
      <vt:lpstr>Nunito Light</vt:lpstr>
      <vt:lpstr>Fira Sans Condensed Medium</vt:lpstr>
      <vt:lpstr>Maven Pro</vt:lpstr>
      <vt:lpstr>Maven Pro SemiBold</vt:lpstr>
      <vt:lpstr>Advent Pro SemiBold</vt:lpstr>
      <vt:lpstr>Share Tech</vt:lpstr>
      <vt:lpstr>Times New Roman</vt:lpstr>
      <vt:lpstr>Arial</vt:lpstr>
      <vt:lpstr>Livvic Light</vt:lpstr>
      <vt:lpstr>Data Science Consulting by Slidesgo</vt:lpstr>
      <vt:lpstr>Metropolitan Museum of Modern Art using Bluetooth Classic</vt:lpstr>
      <vt:lpstr>Descrierea proiectului:</vt:lpstr>
      <vt:lpstr>Explicarea Codului</vt:lpstr>
      <vt:lpstr>Importurile si Definirea URL-ului:</vt:lpstr>
      <vt:lpstr>Functia de Conectare de WiFi:</vt:lpstr>
      <vt:lpstr>Verificarea Configuratiei Bluetooth:</vt:lpstr>
      <vt:lpstr>Definirea Numelui Serverului Bluetooth si Initializarea Bluetooth Serial</vt:lpstr>
      <vt:lpstr>Functia de Primire Date prin Bluetooth:</vt:lpstr>
      <vt:lpstr>Prezentare PowerPoint</vt:lpstr>
      <vt:lpstr>Functia setup si functia loop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Metropolitan Museum of Modern Art using Bluetooth Classic</dc:title>
  <dc:creator>Andrei Oprea</dc:creator>
  <cp:lastModifiedBy>George-Andrei OPREA (140763)</cp:lastModifiedBy>
  <cp:revision>4</cp:revision>
  <dcterms:modified xsi:type="dcterms:W3CDTF">2026-03-25T01:52:29Z</dcterms:modified>
</cp:coreProperties>
</file>